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1" r:id="rId1"/>
  </p:sldMasterIdLst>
  <p:sldIdLst>
    <p:sldId id="256" r:id="rId2"/>
    <p:sldId id="282" r:id="rId3"/>
    <p:sldId id="277" r:id="rId4"/>
    <p:sldId id="278" r:id="rId5"/>
    <p:sldId id="279" r:id="rId6"/>
    <p:sldId id="280" r:id="rId7"/>
    <p:sldId id="281" r:id="rId8"/>
    <p:sldId id="283" r:id="rId9"/>
    <p:sldId id="284" r:id="rId10"/>
    <p:sldId id="285" r:id="rId11"/>
    <p:sldId id="27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BAE0"/>
    <a:srgbClr val="C591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BCC8B8-D5D0-4509-BC08-52C9829C5559}" v="12" dt="2026-03-27T04:23:18.2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an J. Thompson" userId="S::tho86271@pennwest.edu::abd38527-ecfe-449f-bd57-123309a8e21a" providerId="AD" clId="Web-{752BDA33-50D9-1CB1-DB8D-8238D15A4672}"/>
    <pc:docChg chg="addSld delSld modSld sldOrd">
      <pc:chgData name="Evan J. Thompson" userId="S::tho86271@pennwest.edu::abd38527-ecfe-449f-bd57-123309a8e21a" providerId="AD" clId="Web-{752BDA33-50D9-1CB1-DB8D-8238D15A4672}" dt="2026-03-06T05:13:29.600" v="1972" actId="20577"/>
      <pc:docMkLst>
        <pc:docMk/>
      </pc:docMkLst>
      <pc:sldChg chg="modSp ord">
        <pc:chgData name="Evan J. Thompson" userId="S::tho86271@pennwest.edu::abd38527-ecfe-449f-bd57-123309a8e21a" providerId="AD" clId="Web-{752BDA33-50D9-1CB1-DB8D-8238D15A4672}" dt="2026-03-06T03:51:42.799" v="1783"/>
        <pc:sldMkLst>
          <pc:docMk/>
          <pc:sldMk cId="2356566640" sldId="256"/>
        </pc:sldMkLst>
        <pc:spChg chg="mod">
          <ac:chgData name="Evan J. Thompson" userId="S::tho86271@pennwest.edu::abd38527-ecfe-449f-bd57-123309a8e21a" providerId="AD" clId="Web-{752BDA33-50D9-1CB1-DB8D-8238D15A4672}" dt="2026-03-06T01:51:39.092" v="3" actId="20577"/>
          <ac:spMkLst>
            <pc:docMk/>
            <pc:sldMk cId="2356566640" sldId="256"/>
            <ac:spMk id="3" creationId="{D69D57E4-42AC-8EA3-ECB1-15B8490963B3}"/>
          </ac:spMkLst>
        </pc:spChg>
      </pc:sldChg>
      <pc:sldChg chg="modSp">
        <pc:chgData name="Evan J. Thompson" userId="S::tho86271@pennwest.edu::abd38527-ecfe-449f-bd57-123309a8e21a" providerId="AD" clId="Web-{752BDA33-50D9-1CB1-DB8D-8238D15A4672}" dt="2026-03-06T04:07:25.186" v="1831" actId="20577"/>
        <pc:sldMkLst>
          <pc:docMk/>
          <pc:sldMk cId="3057425626" sldId="276"/>
        </pc:sldMkLst>
        <pc:spChg chg="mod">
          <ac:chgData name="Evan J. Thompson" userId="S::tho86271@pennwest.edu::abd38527-ecfe-449f-bd57-123309a8e21a" providerId="AD" clId="Web-{752BDA33-50D9-1CB1-DB8D-8238D15A4672}" dt="2026-03-06T03:39:48.670" v="1574" actId="20577"/>
          <ac:spMkLst>
            <pc:docMk/>
            <pc:sldMk cId="3057425626" sldId="276"/>
            <ac:spMk id="2" creationId="{6FD9556C-AF6A-2214-055D-F3EDEC0C33AD}"/>
          </ac:spMkLst>
        </pc:spChg>
        <pc:spChg chg="mod">
          <ac:chgData name="Evan J. Thompson" userId="S::tho86271@pennwest.edu::abd38527-ecfe-449f-bd57-123309a8e21a" providerId="AD" clId="Web-{752BDA33-50D9-1CB1-DB8D-8238D15A4672}" dt="2026-03-06T04:07:25.186" v="1831" actId="20577"/>
          <ac:spMkLst>
            <pc:docMk/>
            <pc:sldMk cId="3057425626" sldId="276"/>
            <ac:spMk id="3" creationId="{9B7018C3-5EA8-63F3-2CD5-A2594377AC5A}"/>
          </ac:spMkLst>
        </pc:spChg>
      </pc:sldChg>
    </pc:docChg>
  </pc:docChgLst>
  <pc:docChgLst>
    <pc:chgData name="Evan J. Thompson" userId="abd38527-ecfe-449f-bd57-123309a8e21a" providerId="ADAL" clId="{A3ACA64E-DD95-4F7F-9AB4-48AE4D65E258}"/>
    <pc:docChg chg="undo redo custSel addSld delSld modSld">
      <pc:chgData name="Evan J. Thompson" userId="abd38527-ecfe-449f-bd57-123309a8e21a" providerId="ADAL" clId="{A3ACA64E-DD95-4F7F-9AB4-48AE4D65E258}" dt="2026-03-27T04:32:57.875" v="6536" actId="20577"/>
      <pc:docMkLst>
        <pc:docMk/>
      </pc:docMkLst>
      <pc:sldChg chg="modSp mod">
        <pc:chgData name="Evan J. Thompson" userId="abd38527-ecfe-449f-bd57-123309a8e21a" providerId="ADAL" clId="{A3ACA64E-DD95-4F7F-9AB4-48AE4D65E258}" dt="2026-03-27T03:31:41.926" v="3244" actId="20577"/>
        <pc:sldMkLst>
          <pc:docMk/>
          <pc:sldMk cId="2356566640" sldId="256"/>
        </pc:sldMkLst>
        <pc:spChg chg="mod">
          <ac:chgData name="Evan J. Thompson" userId="abd38527-ecfe-449f-bd57-123309a8e21a" providerId="ADAL" clId="{A3ACA64E-DD95-4F7F-9AB4-48AE4D65E258}" dt="2026-03-27T03:31:41.926" v="3244" actId="20577"/>
          <ac:spMkLst>
            <pc:docMk/>
            <pc:sldMk cId="2356566640" sldId="256"/>
            <ac:spMk id="3" creationId="{D69D57E4-42AC-8EA3-ECB1-15B8490963B3}"/>
          </ac:spMkLst>
        </pc:spChg>
      </pc:sldChg>
      <pc:sldChg chg="modSp mod">
        <pc:chgData name="Evan J. Thompson" userId="abd38527-ecfe-449f-bd57-123309a8e21a" providerId="ADAL" clId="{A3ACA64E-DD95-4F7F-9AB4-48AE4D65E258}" dt="2026-03-27T04:10:26.377" v="5823" actId="20577"/>
        <pc:sldMkLst>
          <pc:docMk/>
          <pc:sldMk cId="3057425626" sldId="276"/>
        </pc:sldMkLst>
        <pc:spChg chg="mod">
          <ac:chgData name="Evan J. Thompson" userId="abd38527-ecfe-449f-bd57-123309a8e21a" providerId="ADAL" clId="{A3ACA64E-DD95-4F7F-9AB4-48AE4D65E258}" dt="2026-03-27T04:10:26.377" v="5823" actId="20577"/>
          <ac:spMkLst>
            <pc:docMk/>
            <pc:sldMk cId="3057425626" sldId="276"/>
            <ac:spMk id="3" creationId="{9B7018C3-5EA8-63F3-2CD5-A2594377AC5A}"/>
          </ac:spMkLst>
        </pc:spChg>
      </pc:sldChg>
      <pc:sldChg chg="modSp new mod">
        <pc:chgData name="Evan J. Thompson" userId="abd38527-ecfe-449f-bd57-123309a8e21a" providerId="ADAL" clId="{A3ACA64E-DD95-4F7F-9AB4-48AE4D65E258}" dt="2026-03-27T04:08:50.405" v="5655" actId="20577"/>
        <pc:sldMkLst>
          <pc:docMk/>
          <pc:sldMk cId="481656480" sldId="277"/>
        </pc:sldMkLst>
        <pc:spChg chg="mod">
          <ac:chgData name="Evan J. Thompson" userId="abd38527-ecfe-449f-bd57-123309a8e21a" providerId="ADAL" clId="{A3ACA64E-DD95-4F7F-9AB4-48AE4D65E258}" dt="2026-03-27T03:31:59.548" v="3261" actId="20577"/>
          <ac:spMkLst>
            <pc:docMk/>
            <pc:sldMk cId="481656480" sldId="277"/>
            <ac:spMk id="2" creationId="{20B87FA9-43B3-CFBF-196A-C532197E6D56}"/>
          </ac:spMkLst>
        </pc:spChg>
        <pc:spChg chg="mod">
          <ac:chgData name="Evan J. Thompson" userId="abd38527-ecfe-449f-bd57-123309a8e21a" providerId="ADAL" clId="{A3ACA64E-DD95-4F7F-9AB4-48AE4D65E258}" dt="2026-03-27T04:08:50.405" v="5655" actId="20577"/>
          <ac:spMkLst>
            <pc:docMk/>
            <pc:sldMk cId="481656480" sldId="277"/>
            <ac:spMk id="3" creationId="{3CDD2AC3-A6A9-B67C-4091-4617176D41FB}"/>
          </ac:spMkLst>
        </pc:spChg>
      </pc:sldChg>
      <pc:sldChg chg="modSp new mod">
        <pc:chgData name="Evan J. Thompson" userId="abd38527-ecfe-449f-bd57-123309a8e21a" providerId="ADAL" clId="{A3ACA64E-DD95-4F7F-9AB4-48AE4D65E258}" dt="2026-03-27T03:36:09.525" v="3907" actId="20577"/>
        <pc:sldMkLst>
          <pc:docMk/>
          <pc:sldMk cId="339455749" sldId="278"/>
        </pc:sldMkLst>
        <pc:spChg chg="mod">
          <ac:chgData name="Evan J. Thompson" userId="abd38527-ecfe-449f-bd57-123309a8e21a" providerId="ADAL" clId="{A3ACA64E-DD95-4F7F-9AB4-48AE4D65E258}" dt="2026-03-27T03:34:41.162" v="3534" actId="20577"/>
          <ac:spMkLst>
            <pc:docMk/>
            <pc:sldMk cId="339455749" sldId="278"/>
            <ac:spMk id="2" creationId="{C2D399C7-7A8A-AFB0-45A9-A0551DA426AA}"/>
          </ac:spMkLst>
        </pc:spChg>
        <pc:spChg chg="mod">
          <ac:chgData name="Evan J. Thompson" userId="abd38527-ecfe-449f-bd57-123309a8e21a" providerId="ADAL" clId="{A3ACA64E-DD95-4F7F-9AB4-48AE4D65E258}" dt="2026-03-27T03:36:09.525" v="3907" actId="20577"/>
          <ac:spMkLst>
            <pc:docMk/>
            <pc:sldMk cId="339455749" sldId="278"/>
            <ac:spMk id="3" creationId="{716FEC5A-B2A6-22A6-C836-F899AD2F2FDA}"/>
          </ac:spMkLst>
        </pc:spChg>
      </pc:sldChg>
      <pc:sldChg chg="modSp new mod">
        <pc:chgData name="Evan J. Thompson" userId="abd38527-ecfe-449f-bd57-123309a8e21a" providerId="ADAL" clId="{A3ACA64E-DD95-4F7F-9AB4-48AE4D65E258}" dt="2026-03-27T03:39:23.547" v="4240" actId="20577"/>
        <pc:sldMkLst>
          <pc:docMk/>
          <pc:sldMk cId="2706150922" sldId="279"/>
        </pc:sldMkLst>
        <pc:spChg chg="mod">
          <ac:chgData name="Evan J. Thompson" userId="abd38527-ecfe-449f-bd57-123309a8e21a" providerId="ADAL" clId="{A3ACA64E-DD95-4F7F-9AB4-48AE4D65E258}" dt="2026-03-27T03:37:12.260" v="3937" actId="20577"/>
          <ac:spMkLst>
            <pc:docMk/>
            <pc:sldMk cId="2706150922" sldId="279"/>
            <ac:spMk id="2" creationId="{05C0A0AF-6C47-3133-CC5C-E9C288452010}"/>
          </ac:spMkLst>
        </pc:spChg>
        <pc:spChg chg="mod">
          <ac:chgData name="Evan J. Thompson" userId="abd38527-ecfe-449f-bd57-123309a8e21a" providerId="ADAL" clId="{A3ACA64E-DD95-4F7F-9AB4-48AE4D65E258}" dt="2026-03-27T03:39:23.547" v="4240" actId="20577"/>
          <ac:spMkLst>
            <pc:docMk/>
            <pc:sldMk cId="2706150922" sldId="279"/>
            <ac:spMk id="3" creationId="{ED45795B-DF79-471C-AC8C-6B1B777CC58A}"/>
          </ac:spMkLst>
        </pc:spChg>
      </pc:sldChg>
      <pc:sldChg chg="modSp new mod">
        <pc:chgData name="Evan J. Thompson" userId="abd38527-ecfe-449f-bd57-123309a8e21a" providerId="ADAL" clId="{A3ACA64E-DD95-4F7F-9AB4-48AE4D65E258}" dt="2026-03-27T03:51:23.980" v="4704" actId="20577"/>
        <pc:sldMkLst>
          <pc:docMk/>
          <pc:sldMk cId="1385206766" sldId="280"/>
        </pc:sldMkLst>
        <pc:spChg chg="mod">
          <ac:chgData name="Evan J. Thompson" userId="abd38527-ecfe-449f-bd57-123309a8e21a" providerId="ADAL" clId="{A3ACA64E-DD95-4F7F-9AB4-48AE4D65E258}" dt="2026-03-27T03:39:56.362" v="4286" actId="20577"/>
          <ac:spMkLst>
            <pc:docMk/>
            <pc:sldMk cId="1385206766" sldId="280"/>
            <ac:spMk id="2" creationId="{A409F999-979F-A996-772B-A63BC4389715}"/>
          </ac:spMkLst>
        </pc:spChg>
        <pc:spChg chg="mod">
          <ac:chgData name="Evan J. Thompson" userId="abd38527-ecfe-449f-bd57-123309a8e21a" providerId="ADAL" clId="{A3ACA64E-DD95-4F7F-9AB4-48AE4D65E258}" dt="2026-03-27T03:51:23.980" v="4704" actId="20577"/>
          <ac:spMkLst>
            <pc:docMk/>
            <pc:sldMk cId="1385206766" sldId="280"/>
            <ac:spMk id="3" creationId="{BD299B98-1890-35DF-8581-6D0795D30DDD}"/>
          </ac:spMkLst>
        </pc:spChg>
      </pc:sldChg>
      <pc:sldChg chg="modSp add mod">
        <pc:chgData name="Evan J. Thompson" userId="abd38527-ecfe-449f-bd57-123309a8e21a" providerId="ADAL" clId="{A3ACA64E-DD95-4F7F-9AB4-48AE4D65E258}" dt="2026-03-27T04:09:38.261" v="5715" actId="20577"/>
        <pc:sldMkLst>
          <pc:docMk/>
          <pc:sldMk cId="3904024104" sldId="281"/>
        </pc:sldMkLst>
        <pc:spChg chg="mod">
          <ac:chgData name="Evan J. Thompson" userId="abd38527-ecfe-449f-bd57-123309a8e21a" providerId="ADAL" clId="{A3ACA64E-DD95-4F7F-9AB4-48AE4D65E258}" dt="2026-03-27T04:09:38.261" v="5715" actId="20577"/>
          <ac:spMkLst>
            <pc:docMk/>
            <pc:sldMk cId="3904024104" sldId="281"/>
            <ac:spMk id="3" creationId="{6875EA48-6000-967E-FF4B-3E52CAA57937}"/>
          </ac:spMkLst>
        </pc:spChg>
      </pc:sldChg>
      <pc:sldChg chg="modSp new mod">
        <pc:chgData name="Evan J. Thompson" userId="abd38527-ecfe-449f-bd57-123309a8e21a" providerId="ADAL" clId="{A3ACA64E-DD95-4F7F-9AB4-48AE4D65E258}" dt="2026-03-27T04:08:10.019" v="5581" actId="20577"/>
        <pc:sldMkLst>
          <pc:docMk/>
          <pc:sldMk cId="1828755652" sldId="282"/>
        </pc:sldMkLst>
        <pc:spChg chg="mod">
          <ac:chgData name="Evan J. Thompson" userId="abd38527-ecfe-449f-bd57-123309a8e21a" providerId="ADAL" clId="{A3ACA64E-DD95-4F7F-9AB4-48AE4D65E258}" dt="2026-03-27T04:03:14.219" v="4901" actId="20577"/>
          <ac:spMkLst>
            <pc:docMk/>
            <pc:sldMk cId="1828755652" sldId="282"/>
            <ac:spMk id="2" creationId="{746B0A13-959B-0ECB-4CA6-C4703D15A88F}"/>
          </ac:spMkLst>
        </pc:spChg>
        <pc:spChg chg="mod">
          <ac:chgData name="Evan J. Thompson" userId="abd38527-ecfe-449f-bd57-123309a8e21a" providerId="ADAL" clId="{A3ACA64E-DD95-4F7F-9AB4-48AE4D65E258}" dt="2026-03-27T04:08:10.019" v="5581" actId="20577"/>
          <ac:spMkLst>
            <pc:docMk/>
            <pc:sldMk cId="1828755652" sldId="282"/>
            <ac:spMk id="3" creationId="{B6D0B4A5-2487-C491-2822-31C9AC8FC855}"/>
          </ac:spMkLst>
        </pc:spChg>
      </pc:sldChg>
      <pc:sldChg chg="modSp new mod">
        <pc:chgData name="Evan J. Thompson" userId="abd38527-ecfe-449f-bd57-123309a8e21a" providerId="ADAL" clId="{A3ACA64E-DD95-4F7F-9AB4-48AE4D65E258}" dt="2026-03-27T04:07:21.247" v="5571" actId="20577"/>
        <pc:sldMkLst>
          <pc:docMk/>
          <pc:sldMk cId="2841598770" sldId="283"/>
        </pc:sldMkLst>
        <pc:spChg chg="mod">
          <ac:chgData name="Evan J. Thompson" userId="abd38527-ecfe-449f-bd57-123309a8e21a" providerId="ADAL" clId="{A3ACA64E-DD95-4F7F-9AB4-48AE4D65E258}" dt="2026-03-27T04:04:07.082" v="4950" actId="20577"/>
          <ac:spMkLst>
            <pc:docMk/>
            <pc:sldMk cId="2841598770" sldId="283"/>
            <ac:spMk id="2" creationId="{DA4248C4-9329-5950-092A-6319E14D0752}"/>
          </ac:spMkLst>
        </pc:spChg>
        <pc:spChg chg="mod">
          <ac:chgData name="Evan J. Thompson" userId="abd38527-ecfe-449f-bd57-123309a8e21a" providerId="ADAL" clId="{A3ACA64E-DD95-4F7F-9AB4-48AE4D65E258}" dt="2026-03-27T04:07:21.247" v="5571" actId="20577"/>
          <ac:spMkLst>
            <pc:docMk/>
            <pc:sldMk cId="2841598770" sldId="283"/>
            <ac:spMk id="3" creationId="{B22C2C37-63BB-699B-6006-29FD1457C36E}"/>
          </ac:spMkLst>
        </pc:spChg>
      </pc:sldChg>
      <pc:sldChg chg="addSp delSp modSp new mod">
        <pc:chgData name="Evan J. Thompson" userId="abd38527-ecfe-449f-bd57-123309a8e21a" providerId="ADAL" clId="{A3ACA64E-DD95-4F7F-9AB4-48AE4D65E258}" dt="2026-03-27T04:25:58.569" v="6212" actId="20577"/>
        <pc:sldMkLst>
          <pc:docMk/>
          <pc:sldMk cId="3578917409" sldId="284"/>
        </pc:sldMkLst>
        <pc:spChg chg="mod">
          <ac:chgData name="Evan J. Thompson" userId="abd38527-ecfe-449f-bd57-123309a8e21a" providerId="ADAL" clId="{A3ACA64E-DD95-4F7F-9AB4-48AE4D65E258}" dt="2026-03-27T04:22:52.958" v="5854" actId="20577"/>
          <ac:spMkLst>
            <pc:docMk/>
            <pc:sldMk cId="3578917409" sldId="284"/>
            <ac:spMk id="2" creationId="{31B75F01-9E8A-E948-8B13-10DD2DC51940}"/>
          </ac:spMkLst>
        </pc:spChg>
        <pc:spChg chg="del">
          <ac:chgData name="Evan J. Thompson" userId="abd38527-ecfe-449f-bd57-123309a8e21a" providerId="ADAL" clId="{A3ACA64E-DD95-4F7F-9AB4-48AE4D65E258}" dt="2026-03-27T04:22:54.842" v="5855" actId="22"/>
          <ac:spMkLst>
            <pc:docMk/>
            <pc:sldMk cId="3578917409" sldId="284"/>
            <ac:spMk id="3" creationId="{7B9D5DBD-E8F1-B5E9-DD4D-E6CBEFEB22DA}"/>
          </ac:spMkLst>
        </pc:spChg>
        <pc:spChg chg="add mod">
          <ac:chgData name="Evan J. Thompson" userId="abd38527-ecfe-449f-bd57-123309a8e21a" providerId="ADAL" clId="{A3ACA64E-DD95-4F7F-9AB4-48AE4D65E258}" dt="2026-03-27T04:25:58.569" v="6212" actId="20577"/>
          <ac:spMkLst>
            <pc:docMk/>
            <pc:sldMk cId="3578917409" sldId="284"/>
            <ac:spMk id="6" creationId="{4E89A141-75DD-D222-3613-D7F8ABB84A11}"/>
          </ac:spMkLst>
        </pc:spChg>
        <pc:picChg chg="add mod ord">
          <ac:chgData name="Evan J. Thompson" userId="abd38527-ecfe-449f-bd57-123309a8e21a" providerId="ADAL" clId="{A3ACA64E-DD95-4F7F-9AB4-48AE4D65E258}" dt="2026-03-27T04:25:16.407" v="6150" actId="1076"/>
          <ac:picMkLst>
            <pc:docMk/>
            <pc:sldMk cId="3578917409" sldId="284"/>
            <ac:picMk id="5" creationId="{B8EAEF67-D525-65F1-AED8-26FC50D636A5}"/>
          </ac:picMkLst>
        </pc:picChg>
      </pc:sldChg>
      <pc:sldChg chg="modSp new mod">
        <pc:chgData name="Evan J. Thompson" userId="abd38527-ecfe-449f-bd57-123309a8e21a" providerId="ADAL" clId="{A3ACA64E-DD95-4F7F-9AB4-48AE4D65E258}" dt="2026-03-27T04:32:57.875" v="6536" actId="20577"/>
        <pc:sldMkLst>
          <pc:docMk/>
          <pc:sldMk cId="2422668083" sldId="285"/>
        </pc:sldMkLst>
        <pc:spChg chg="mod">
          <ac:chgData name="Evan J. Thompson" userId="abd38527-ecfe-449f-bd57-123309a8e21a" providerId="ADAL" clId="{A3ACA64E-DD95-4F7F-9AB4-48AE4D65E258}" dt="2026-03-27T04:30:02.482" v="6525" actId="20577"/>
          <ac:spMkLst>
            <pc:docMk/>
            <pc:sldMk cId="2422668083" sldId="285"/>
            <ac:spMk id="2" creationId="{2787E097-D019-C741-FCA7-DF53F760919C}"/>
          </ac:spMkLst>
        </pc:spChg>
        <pc:spChg chg="mod">
          <ac:chgData name="Evan J. Thompson" userId="abd38527-ecfe-449f-bd57-123309a8e21a" providerId="ADAL" clId="{A3ACA64E-DD95-4F7F-9AB4-48AE4D65E258}" dt="2026-03-27T04:32:57.875" v="6536" actId="20577"/>
          <ac:spMkLst>
            <pc:docMk/>
            <pc:sldMk cId="2422668083" sldId="285"/>
            <ac:spMk id="3" creationId="{8DC88AE3-22BC-7BA3-106A-59EB3C6F4F80}"/>
          </ac:spMkLst>
        </pc:spChg>
      </pc:sldChg>
      <pc:sldChg chg="addSp modSp del mod">
        <pc:chgData name="Evan J. Thompson" userId="abd38527-ecfe-449f-bd57-123309a8e21a" providerId="ADAL" clId="{A3ACA64E-DD95-4F7F-9AB4-48AE4D65E258}" dt="2026-03-27T03:31:50.032" v="3245" actId="47"/>
        <pc:sldMkLst>
          <pc:docMk/>
          <pc:sldMk cId="4087303592" sldId="285"/>
        </pc:sldMkLst>
      </pc:sldChg>
      <pc:sldChg chg="modSp new del mod">
        <pc:chgData name="Evan J. Thompson" userId="abd38527-ecfe-449f-bd57-123309a8e21a" providerId="ADAL" clId="{A3ACA64E-DD95-4F7F-9AB4-48AE4D65E258}" dt="2026-03-27T03:31:50.502" v="3246" actId="47"/>
        <pc:sldMkLst>
          <pc:docMk/>
          <pc:sldMk cId="2221391275" sldId="286"/>
        </pc:sldMkLst>
      </pc:sldChg>
      <pc:sldChg chg="addSp modSp new del mod">
        <pc:chgData name="Evan J. Thompson" userId="abd38527-ecfe-449f-bd57-123309a8e21a" providerId="ADAL" clId="{A3ACA64E-DD95-4F7F-9AB4-48AE4D65E258}" dt="2026-03-27T03:31:50.961" v="3247" actId="47"/>
        <pc:sldMkLst>
          <pc:docMk/>
          <pc:sldMk cId="2423731655" sldId="287"/>
        </pc:sldMkLst>
      </pc:sldChg>
      <pc:sldChg chg="addSp delSp modSp new del mod">
        <pc:chgData name="Evan J. Thompson" userId="abd38527-ecfe-449f-bd57-123309a8e21a" providerId="ADAL" clId="{A3ACA64E-DD95-4F7F-9AB4-48AE4D65E258}" dt="2026-03-27T03:31:51.356" v="3248" actId="47"/>
        <pc:sldMkLst>
          <pc:docMk/>
          <pc:sldMk cId="1019410544" sldId="288"/>
        </pc:sldMkLst>
      </pc:sldChg>
      <pc:sldChg chg="modSp new del mod">
        <pc:chgData name="Evan J. Thompson" userId="abd38527-ecfe-449f-bd57-123309a8e21a" providerId="ADAL" clId="{A3ACA64E-DD95-4F7F-9AB4-48AE4D65E258}" dt="2026-03-27T03:31:51.895" v="3249" actId="47"/>
        <pc:sldMkLst>
          <pc:docMk/>
          <pc:sldMk cId="1626947842" sldId="289"/>
        </pc:sldMkLst>
      </pc:sldChg>
      <pc:sldChg chg="modSp new del mod">
        <pc:chgData name="Evan J. Thompson" userId="abd38527-ecfe-449f-bd57-123309a8e21a" providerId="ADAL" clId="{A3ACA64E-DD95-4F7F-9AB4-48AE4D65E258}" dt="2026-03-27T03:31:52.913" v="3252" actId="47"/>
        <pc:sldMkLst>
          <pc:docMk/>
          <pc:sldMk cId="3589729320" sldId="290"/>
        </pc:sldMkLst>
      </pc:sldChg>
      <pc:sldChg chg="modSp new del mod">
        <pc:chgData name="Evan J. Thompson" userId="abd38527-ecfe-449f-bd57-123309a8e21a" providerId="ADAL" clId="{A3ACA64E-DD95-4F7F-9AB4-48AE4D65E258}" dt="2026-03-27T03:31:53.540" v="3253" actId="47"/>
        <pc:sldMkLst>
          <pc:docMk/>
          <pc:sldMk cId="613820759" sldId="291"/>
        </pc:sldMkLst>
      </pc:sldChg>
      <pc:sldChg chg="modSp new del mod">
        <pc:chgData name="Evan J. Thompson" userId="abd38527-ecfe-449f-bd57-123309a8e21a" providerId="ADAL" clId="{A3ACA64E-DD95-4F7F-9AB4-48AE4D65E258}" dt="2026-03-27T03:31:52.212" v="3250" actId="47"/>
        <pc:sldMkLst>
          <pc:docMk/>
          <pc:sldMk cId="180900750" sldId="292"/>
        </pc:sldMkLst>
      </pc:sldChg>
      <pc:sldChg chg="modSp new del mod">
        <pc:chgData name="Evan J. Thompson" userId="abd38527-ecfe-449f-bd57-123309a8e21a" providerId="ADAL" clId="{A3ACA64E-DD95-4F7F-9AB4-48AE4D65E258}" dt="2026-03-27T03:31:52.546" v="3251" actId="47"/>
        <pc:sldMkLst>
          <pc:docMk/>
          <pc:sldMk cId="218455163" sldId="293"/>
        </pc:sldMkLst>
      </pc:sldChg>
      <pc:sldChg chg="modSp new del mod">
        <pc:chgData name="Evan J. Thompson" userId="abd38527-ecfe-449f-bd57-123309a8e21a" providerId="ADAL" clId="{A3ACA64E-DD95-4F7F-9AB4-48AE4D65E258}" dt="2026-03-27T03:31:54.814" v="3254" actId="47"/>
        <pc:sldMkLst>
          <pc:docMk/>
          <pc:sldMk cId="663121843" sldId="29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EDA08-EAF4-C62A-ED0C-CB2008D35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9BEA8E-3F9C-F5B1-B5FA-986228DF14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6F071-65FB-97D1-B9FF-91654376E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7BCF1-35FB-8B84-2C0D-90281BB8A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CCAD7-5A31-0677-82EB-EE506DB6A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211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6A3F4-9D55-8BF5-2A8F-B78E52BEB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3DAA9-A511-88F0-4021-74F7ECC7C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D6BDE-B52F-D89A-8D72-62AA317D5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1F943-79F5-3E97-FF59-A74703C8F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0FCD2-E16B-F906-AB6B-7FBB71185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27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36EE5-89C3-F98E-88F9-F5529E110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AD7D7A-D39E-D192-16BD-18348B5A5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E7AA9-B89B-0668-2E9C-69CF8BCB1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89640-654C-4578-B4C2-1DB79F4B0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F3731-4801-D91B-12BD-7C2E2229B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09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0995D-5425-3E39-B1B4-DE46660F1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CE55B-DBB8-3584-34D0-A746BB399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4F7346-4778-6F6C-1D35-9B3CD4A66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1E74C-A4CF-A2F7-FF99-AE3A983ED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A20721-E46B-8369-8CC2-CE9C067AB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3D7052-C351-E910-1BE1-1179DE972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771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8106A-8A1F-504E-9B38-94377FF3A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B9BE3-21B1-2FD2-CE7C-84E2E43AD0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1DE7DB-FB6C-3516-00DA-AF658E712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7F232E-15AD-5FF7-470F-3517F4BEB6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28C0AC-6D29-BD8A-34AE-C11293948C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FEDE48-BF62-ED30-4DCA-5FFE2CA24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C98771-B7A2-980F-52DA-39870B8A7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1D0B57-4343-F17E-470A-C0D42EBE2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388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E0D8E-8BE8-6447-E50A-C5ED7F3DE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795E47-B7B1-A8B4-315A-722D3611D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A1CDBF-EBC3-ED24-6BB3-8F4A7C44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E721F8-6A35-AD7C-11CF-F1E8CD464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81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15CD85-AB17-6B5C-EF63-808DD0AE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E22194-AC5F-D4AC-5A5F-1EE4FCF0F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060A52-1D6B-6189-FB5E-3A74FF975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141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1DB0E-B54D-3B40-556E-0E51E6F94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7EDFB-9ED7-3369-14E2-97D4C19DE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0827BB-9178-7144-1512-0FA844AF3E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4EE46-1A5F-CA78-81D0-2DE69158B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DBE8A6-F592-4107-63CC-91AF4E1C0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33FB2F-CE6B-24E1-BAC4-9C4D1A9B1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971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95093-86EB-2068-E6F0-FA93EDE6C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BE9439-BA49-1304-D0F0-EFD1D21EAC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0C7D87-B17C-6635-1C21-902EC1FE0B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57F54-F4A3-87CC-C38B-4496304BB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9372F-A764-DF02-E122-E0D5A8D74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61F03E-A13A-C145-6ABE-DD066D0DA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408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0F712-CBF6-FD09-CE4B-CD412B54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CE73D4-F9A3-AC4B-A11E-3FD10EF5A1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18AF6-C7AF-2186-49A9-C399E663C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DA453-D251-2F25-DA1C-CB07CC996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B8AC1-A24D-FA7D-883C-E2751F51A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96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EB9523-7726-9AF6-98CE-E77CA26BF9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83621A-5F4F-DAF8-62D1-20840E894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9B706-D5BB-7CDA-4340-987B27EFD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28C01-74FD-DA20-7E7E-28A7AE8E9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9133C-D276-02F6-9D14-7036B0EB0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634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59127"/>
            </a:gs>
            <a:gs pos="100000">
              <a:srgbClr val="0BBAE0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94FFFF-6E0C-B5EA-D8F7-DB3BE3690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D2418-5C04-395C-5F95-C95913733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F757A-93DA-84EB-EFAB-94A1A3BA76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085B6B-4BE6-41DA-AEF2-1916AA1536B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868F5-5AB2-88FC-7531-8292907EE4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75F8F-0D71-BCC1-2478-6A3F377DB2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131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44247-E49C-F91E-64E1-AB7BB5F5ED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9529" y="2085788"/>
            <a:ext cx="6884895" cy="1496649"/>
          </a:xfrm>
        </p:spPr>
        <p:txBody>
          <a:bodyPr anchor="b">
            <a:normAutofit/>
          </a:bodyPr>
          <a:lstStyle/>
          <a:p>
            <a:r>
              <a:rPr lang="en-US" sz="9600" b="1" dirty="0"/>
              <a:t>Cupboardly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9D57E4-42AC-8EA3-ECB1-15B8490963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3948056"/>
            <a:ext cx="6096000" cy="830134"/>
          </a:xfrm>
        </p:spPr>
        <p:txBody>
          <a:bodyPr anchor="t">
            <a:normAutofit/>
          </a:bodyPr>
          <a:lstStyle/>
          <a:p>
            <a:r>
              <a:rPr lang="en-US" sz="2800" dirty="0"/>
              <a:t>Weekly Report for 3/27/2026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6566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B0A13-959B-0ECB-4CA6-C4703D15A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Camera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0B4A5-2487-C491-2822-31C9AC8FC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Camera permissions require explicit declaration in the AndroidManifest.xml and are case sensitive (the path is case sensitive)</a:t>
            </a:r>
          </a:p>
          <a:p>
            <a:r>
              <a:rPr lang="en-US" dirty="0"/>
              <a:t>Camera permissions also need to be asked for when the app gets to a segment that can call a camera (i.e. </a:t>
            </a:r>
            <a:r>
              <a:rPr lang="en-US" dirty="0" err="1"/>
              <a:t>recipescreen</a:t>
            </a:r>
            <a:r>
              <a:rPr lang="en-US" dirty="0"/>
              <a:t>)</a:t>
            </a:r>
          </a:p>
          <a:p>
            <a:pPr fontAlgn="base"/>
            <a:r>
              <a:rPr lang="en-US" dirty="0"/>
              <a:t>Camera needs directory permissions explicitly declared in the same manner, even if not saving to the device</a:t>
            </a:r>
          </a:p>
          <a:p>
            <a:pPr fontAlgn="base"/>
            <a:r>
              <a:rPr lang="en-US" dirty="0"/>
              <a:t>.xml file needs to be made to set up the path for the camera to access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755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87FA9-43B3-CFBF-196A-C532197E6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Camera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D2AC3-A6A9-B67C-4091-4617176D4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Permissions can be granted by the user and the camera app can be successfully launched</a:t>
            </a:r>
          </a:p>
          <a:p>
            <a:r>
              <a:rPr lang="en-US" dirty="0"/>
              <a:t>We have a directory created to save the image into</a:t>
            </a:r>
          </a:p>
          <a:p>
            <a:r>
              <a:rPr lang="en-US" dirty="0"/>
              <a:t>The image is not being used yet, though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656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399C7-7A8A-AFB0-45A9-A0551DA42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Recipe Screen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FEC5A-B2A6-22A6-C836-F899AD2F2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Delete button has been added</a:t>
            </a:r>
          </a:p>
          <a:p>
            <a:endParaRPr lang="en-US" dirty="0"/>
          </a:p>
          <a:p>
            <a:r>
              <a:rPr lang="en-US" dirty="0"/>
              <a:t>Recipe screen shows how much of an ingredient you will have left if you were to follow a recipe</a:t>
            </a:r>
          </a:p>
          <a:p>
            <a:endParaRPr lang="en-US" dirty="0"/>
          </a:p>
          <a:p>
            <a:r>
              <a:rPr lang="en-US" dirty="0"/>
              <a:t>Warns user if they don’t have enough ingredients to follow a recipe, but the user can override this and follow the recipe anyway</a:t>
            </a:r>
          </a:p>
        </p:txBody>
      </p:sp>
    </p:spTree>
    <p:extLst>
      <p:ext uri="{BB962C8B-B14F-4D97-AF65-F5344CB8AC3E}">
        <p14:creationId xmlns:p14="http://schemas.microsoft.com/office/powerpoint/2010/main" val="339455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0A0AF-6C47-3133-CC5C-E9C288452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 Scaling Fixed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5795B-DF79-471C-AC8C-6B1B777CC5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UI no longer overlaps with the status bar on the top of devices</a:t>
            </a:r>
          </a:p>
          <a:p>
            <a:pPr lvl="1"/>
            <a:r>
              <a:rPr lang="en-US" i="1" dirty="0"/>
              <a:t>	.</a:t>
            </a:r>
            <a:r>
              <a:rPr lang="en-US" i="1" dirty="0" err="1"/>
              <a:t>safeDrawingPadding</a:t>
            </a:r>
            <a:r>
              <a:rPr lang="en-US" dirty="0"/>
              <a:t>() automatically handles this</a:t>
            </a:r>
          </a:p>
          <a:p>
            <a:pPr lvl="1"/>
            <a:endParaRPr lang="en-US" dirty="0"/>
          </a:p>
          <a:p>
            <a:r>
              <a:rPr lang="en-US" dirty="0"/>
              <a:t>Buttons no longer text wrap, text is scaled down to fit</a:t>
            </a:r>
          </a:p>
        </p:txBody>
      </p:sp>
    </p:spTree>
    <p:extLst>
      <p:ext uri="{BB962C8B-B14F-4D97-AF65-F5344CB8AC3E}">
        <p14:creationId xmlns:p14="http://schemas.microsoft.com/office/powerpoint/2010/main" val="2706150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9F999-979F-A996-772B-A63BC4389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Fixes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99B98-1890-35DF-8581-6D0795D30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adding an ingredient, the unit cannot be left blank (default value)</a:t>
            </a:r>
          </a:p>
          <a:p>
            <a:endParaRPr lang="en-US" dirty="0"/>
          </a:p>
          <a:p>
            <a:r>
              <a:rPr lang="en-US" dirty="0"/>
              <a:t>Added formatting to numbers to avoid many decimal places</a:t>
            </a:r>
          </a:p>
          <a:p>
            <a:endParaRPr lang="en-US" dirty="0"/>
          </a:p>
          <a:p>
            <a:r>
              <a:rPr lang="en-US" dirty="0"/>
              <a:t>Edit ingredient screen has a drop down menu for unit selection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206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12AC7-39D9-7225-4CC9-A8218C411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9ABE9-2E19-C222-D2A2-355A022BA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Fixes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5EA48-6000-967E-FF4B-3E52CAA57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Made UI labels clearer:</a:t>
            </a:r>
          </a:p>
          <a:p>
            <a:pPr lvl="1"/>
            <a:r>
              <a:rPr lang="en-US" dirty="0"/>
              <a:t>“Value of Ingredient” instead of saying price or cost</a:t>
            </a:r>
          </a:p>
          <a:p>
            <a:pPr lvl="1"/>
            <a:r>
              <a:rPr lang="en-US" dirty="0"/>
              <a:t>No longer shows all time values for quantity or price</a:t>
            </a:r>
          </a:p>
          <a:p>
            <a:pPr lvl="1"/>
            <a:endParaRPr lang="en-US" dirty="0"/>
          </a:p>
          <a:p>
            <a:r>
              <a:rPr lang="en-US" dirty="0"/>
              <a:t>Ingredient Value decreases properly when an ingredient is used, to preserve price per unit calculations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024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248C4-9329-5950-092A-6319E14D0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Recipe Screen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C2C37-63BB-699B-6006-29FD1457C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were getting errors saying there was an unresolved reference to one of our functions used in the recipe screen</a:t>
            </a:r>
          </a:p>
          <a:p>
            <a:endParaRPr lang="en-US" dirty="0"/>
          </a:p>
          <a:p>
            <a:r>
              <a:rPr lang="en-US" dirty="0"/>
              <a:t>We spent hours debugging, changing variable and function names, trying different code, but nothing worked</a:t>
            </a:r>
          </a:p>
          <a:p>
            <a:endParaRPr lang="en-US" dirty="0"/>
          </a:p>
          <a:p>
            <a:r>
              <a:rPr lang="en-US" dirty="0"/>
              <a:t>It turns out there was a duplicate file (</a:t>
            </a:r>
            <a:r>
              <a:rPr lang="en-US" dirty="0" err="1"/>
              <a:t>RecipeViewModel.kt</a:t>
            </a:r>
            <a:r>
              <a:rPr lang="en-US" dirty="0"/>
              <a:t>), somehow</a:t>
            </a:r>
          </a:p>
          <a:p>
            <a:pPr lvl="1"/>
            <a:r>
              <a:rPr lang="en-US" dirty="0"/>
              <a:t>Android Studio didn’t know which one to look at so it errored</a:t>
            </a:r>
          </a:p>
          <a:p>
            <a:pPr lvl="1"/>
            <a:r>
              <a:rPr lang="en-US" dirty="0"/>
              <a:t>Deleting the duplicate file fixed the error</a:t>
            </a:r>
          </a:p>
        </p:txBody>
      </p:sp>
    </p:spTree>
    <p:extLst>
      <p:ext uri="{BB962C8B-B14F-4D97-AF65-F5344CB8AC3E}">
        <p14:creationId xmlns:p14="http://schemas.microsoft.com/office/powerpoint/2010/main" val="2841598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75F01-9E8A-E948-8B13-10DD2DC51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Gantt Chart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EAEF67-D525-65F1-AED8-26FC50D636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8328" y="1322197"/>
            <a:ext cx="8786810" cy="39720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89A141-75DD-D222-3613-D7F8ABB84A11}"/>
              </a:ext>
            </a:extLst>
          </p:cNvPr>
          <p:cNvSpPr txBox="1"/>
          <p:nvPr/>
        </p:nvSpPr>
        <p:spPr>
          <a:xfrm>
            <a:off x="838200" y="5294263"/>
            <a:ext cx="103646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Our Gantt Chart was made under the impression that each component would be made then left alone.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However, we’ve found that practically every component is being constantly modified and worked on, so our chart is not entirely accurate.</a:t>
            </a:r>
          </a:p>
        </p:txBody>
      </p:sp>
    </p:spTree>
    <p:extLst>
      <p:ext uri="{BB962C8B-B14F-4D97-AF65-F5344CB8AC3E}">
        <p14:creationId xmlns:p14="http://schemas.microsoft.com/office/powerpoint/2010/main" val="3578917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7E097-D019-C741-FCA7-DF53F7609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Each Team Member Did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88AE3-22BC-7BA3-106A-59EB3C6F4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Eli added the </a:t>
            </a:r>
            <a:r>
              <a:rPr lang="en-US"/>
              <a:t>recipe functionalities</a:t>
            </a:r>
            <a:endParaRPr lang="en-US" dirty="0"/>
          </a:p>
          <a:p>
            <a:endParaRPr lang="en-US" dirty="0"/>
          </a:p>
          <a:p>
            <a:r>
              <a:rPr lang="en-US" dirty="0"/>
              <a:t>Evan added the UI scaling and various other fixes</a:t>
            </a:r>
          </a:p>
          <a:p>
            <a:endParaRPr lang="en-US" dirty="0"/>
          </a:p>
          <a:p>
            <a:r>
              <a:rPr lang="en-US" dirty="0"/>
              <a:t>Nik added the camera functionality</a:t>
            </a:r>
          </a:p>
        </p:txBody>
      </p:sp>
    </p:spTree>
    <p:extLst>
      <p:ext uri="{BB962C8B-B14F-4D97-AF65-F5344CB8AC3E}">
        <p14:creationId xmlns:p14="http://schemas.microsoft.com/office/powerpoint/2010/main" val="2422668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9556C-AF6A-2214-055D-F3EDEC0C33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For next time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7018C3-5EA8-63F3-2CD5-A2594377AC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Set up text extraction from image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Add edit button to recipes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Add expiration date handling </a:t>
            </a:r>
            <a:r>
              <a:rPr lang="en-US"/>
              <a:t>for ingredients</a:t>
            </a:r>
            <a:endParaRPr lang="en-US" dirty="0"/>
          </a:p>
          <a:p>
            <a:pPr marL="342900" indent="-342900"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425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721</TotalTime>
  <Words>455</Words>
  <Application>Microsoft Office PowerPoint</Application>
  <PresentationFormat>Widescreen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Cupboardly</vt:lpstr>
      <vt:lpstr>Camera Problem</vt:lpstr>
      <vt:lpstr>Camera</vt:lpstr>
      <vt:lpstr>Recipe Screen</vt:lpstr>
      <vt:lpstr>UI Scaling Fixed</vt:lpstr>
      <vt:lpstr>Other Fixes</vt:lpstr>
      <vt:lpstr>Other Fixes</vt:lpstr>
      <vt:lpstr>Recipe Screen Problem</vt:lpstr>
      <vt:lpstr>Gantt Chart</vt:lpstr>
      <vt:lpstr>What Each Team Member Did</vt:lpstr>
      <vt:lpstr>For next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 J. Thompson</dc:creator>
  <cp:lastModifiedBy>Evan J. Thompson</cp:lastModifiedBy>
  <cp:revision>675</cp:revision>
  <dcterms:created xsi:type="dcterms:W3CDTF">2026-01-29T21:40:52Z</dcterms:created>
  <dcterms:modified xsi:type="dcterms:W3CDTF">2026-03-27T04:33:00Z</dcterms:modified>
</cp:coreProperties>
</file>