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85" r:id="rId3"/>
    <p:sldId id="287" r:id="rId4"/>
    <p:sldId id="288" r:id="rId5"/>
    <p:sldId id="286" r:id="rId6"/>
    <p:sldId id="289" r:id="rId7"/>
    <p:sldId id="290" r:id="rId8"/>
    <p:sldId id="291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BAE0"/>
    <a:srgbClr val="C59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9B9D9-E86D-4698-B24D-C653B9EAF525}" v="9" dt="2026-04-03T04:26:42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45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S::tho86271@pennwest.edu::abd38527-ecfe-449f-bd57-123309a8e21a" providerId="AD" clId="Web-{752BDA33-50D9-1CB1-DB8D-8238D15A4672}"/>
    <pc:docChg chg="addSld delSld modSld sldOrd">
      <pc:chgData name="Evan J. Thompson" userId="S::tho86271@pennwest.edu::abd38527-ecfe-449f-bd57-123309a8e21a" providerId="AD" clId="Web-{752BDA33-50D9-1CB1-DB8D-8238D15A4672}" dt="2026-03-06T05:13:29.600" v="1972" actId="20577"/>
      <pc:docMkLst>
        <pc:docMk/>
      </pc:docMkLst>
      <pc:sldChg chg="modSp ord">
        <pc:chgData name="Evan J. Thompson" userId="S::tho86271@pennwest.edu::abd38527-ecfe-449f-bd57-123309a8e21a" providerId="AD" clId="Web-{752BDA33-50D9-1CB1-DB8D-8238D15A4672}" dt="2026-03-06T03:51:42.799" v="1783"/>
        <pc:sldMkLst>
          <pc:docMk/>
          <pc:sldMk cId="2356566640" sldId="256"/>
        </pc:sldMkLst>
        <pc:spChg chg="mod">
          <ac:chgData name="Evan J. Thompson" userId="S::tho86271@pennwest.edu::abd38527-ecfe-449f-bd57-123309a8e21a" providerId="AD" clId="Web-{752BDA33-50D9-1CB1-DB8D-8238D15A4672}" dt="2026-03-06T01:51:39.092" v="3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">
        <pc:chgData name="Evan J. Thompson" userId="S::tho86271@pennwest.edu::abd38527-ecfe-449f-bd57-123309a8e21a" providerId="AD" clId="Web-{752BDA33-50D9-1CB1-DB8D-8238D15A4672}" dt="2026-03-06T04:07:25.186" v="1831" actId="20577"/>
        <pc:sldMkLst>
          <pc:docMk/>
          <pc:sldMk cId="3057425626" sldId="276"/>
        </pc:sldMkLst>
        <pc:spChg chg="mod">
          <ac:chgData name="Evan J. Thompson" userId="S::tho86271@pennwest.edu::abd38527-ecfe-449f-bd57-123309a8e21a" providerId="AD" clId="Web-{752BDA33-50D9-1CB1-DB8D-8238D15A4672}" dt="2026-03-06T03:39:48.670" v="1574" actId="20577"/>
          <ac:spMkLst>
            <pc:docMk/>
            <pc:sldMk cId="3057425626" sldId="276"/>
            <ac:spMk id="2" creationId="{6FD9556C-AF6A-2214-055D-F3EDEC0C33AD}"/>
          </ac:spMkLst>
        </pc:spChg>
        <pc:spChg chg="mod">
          <ac:chgData name="Evan J. Thompson" userId="S::tho86271@pennwest.edu::abd38527-ecfe-449f-bd57-123309a8e21a" providerId="AD" clId="Web-{752BDA33-50D9-1CB1-DB8D-8238D15A4672}" dt="2026-03-06T04:07:25.186" v="1831" actId="20577"/>
          <ac:spMkLst>
            <pc:docMk/>
            <pc:sldMk cId="3057425626" sldId="276"/>
            <ac:spMk id="3" creationId="{9B7018C3-5EA8-63F3-2CD5-A2594377AC5A}"/>
          </ac:spMkLst>
        </pc:spChg>
      </pc:sldChg>
    </pc:docChg>
  </pc:docChgLst>
  <pc:docChgLst>
    <pc:chgData name="Evan J. Thompson" userId="abd38527-ecfe-449f-bd57-123309a8e21a" providerId="ADAL" clId="{A3ACA64E-DD95-4F7F-9AB4-48AE4D65E258}"/>
    <pc:docChg chg="undo redo custSel addSld delSld modSld">
      <pc:chgData name="Evan J. Thompson" userId="abd38527-ecfe-449f-bd57-123309a8e21a" providerId="ADAL" clId="{A3ACA64E-DD95-4F7F-9AB4-48AE4D65E258}" dt="2026-04-03T04:44:42.516" v="9106" actId="20577"/>
      <pc:docMkLst>
        <pc:docMk/>
      </pc:docMkLst>
      <pc:sldChg chg="modSp mod">
        <pc:chgData name="Evan J. Thompson" userId="abd38527-ecfe-449f-bd57-123309a8e21a" providerId="ADAL" clId="{A3ACA64E-DD95-4F7F-9AB4-48AE4D65E258}" dt="2026-04-03T03:44:14.345" v="6551" actId="20577"/>
        <pc:sldMkLst>
          <pc:docMk/>
          <pc:sldMk cId="2356566640" sldId="256"/>
        </pc:sldMkLst>
        <pc:spChg chg="mod">
          <ac:chgData name="Evan J. Thompson" userId="abd38527-ecfe-449f-bd57-123309a8e21a" providerId="ADAL" clId="{A3ACA64E-DD95-4F7F-9AB4-48AE4D65E258}" dt="2026-04-03T03:44:14.345" v="6551" actId="20577"/>
          <ac:spMkLst>
            <pc:docMk/>
            <pc:sldMk cId="2356566640" sldId="256"/>
            <ac:spMk id="3" creationId="{D69D57E4-42AC-8EA3-ECB1-15B8490963B3}"/>
          </ac:spMkLst>
        </pc:spChg>
      </pc:sldChg>
      <pc:sldChg chg="modSp mod">
        <pc:chgData name="Evan J. Thompson" userId="abd38527-ecfe-449f-bd57-123309a8e21a" providerId="ADAL" clId="{A3ACA64E-DD95-4F7F-9AB4-48AE4D65E258}" dt="2026-04-03T04:40:46.201" v="9040" actId="20577"/>
        <pc:sldMkLst>
          <pc:docMk/>
          <pc:sldMk cId="3057425626" sldId="276"/>
        </pc:sldMkLst>
        <pc:spChg chg="mod">
          <ac:chgData name="Evan J. Thompson" userId="abd38527-ecfe-449f-bd57-123309a8e21a" providerId="ADAL" clId="{A3ACA64E-DD95-4F7F-9AB4-48AE4D65E258}" dt="2026-04-03T04:40:46.201" v="9040" actId="20577"/>
          <ac:spMkLst>
            <pc:docMk/>
            <pc:sldMk cId="3057425626" sldId="276"/>
            <ac:spMk id="3" creationId="{9B7018C3-5EA8-63F3-2CD5-A2594377AC5A}"/>
          </ac:spMkLst>
        </pc:spChg>
      </pc:sldChg>
      <pc:sldChg chg="modSp new del mod">
        <pc:chgData name="Evan J. Thompson" userId="abd38527-ecfe-449f-bd57-123309a8e21a" providerId="ADAL" clId="{A3ACA64E-DD95-4F7F-9AB4-48AE4D65E258}" dt="2026-04-03T03:44:26.223" v="6553" actId="47"/>
        <pc:sldMkLst>
          <pc:docMk/>
          <pc:sldMk cId="481656480" sldId="277"/>
        </pc:sldMkLst>
      </pc:sldChg>
      <pc:sldChg chg="modSp new del mod">
        <pc:chgData name="Evan J. Thompson" userId="abd38527-ecfe-449f-bd57-123309a8e21a" providerId="ADAL" clId="{A3ACA64E-DD95-4F7F-9AB4-48AE4D65E258}" dt="2026-04-03T03:44:26.662" v="6554" actId="47"/>
        <pc:sldMkLst>
          <pc:docMk/>
          <pc:sldMk cId="339455749" sldId="278"/>
        </pc:sldMkLst>
      </pc:sldChg>
      <pc:sldChg chg="modSp new del mod">
        <pc:chgData name="Evan J. Thompson" userId="abd38527-ecfe-449f-bd57-123309a8e21a" providerId="ADAL" clId="{A3ACA64E-DD95-4F7F-9AB4-48AE4D65E258}" dt="2026-04-03T03:44:27.168" v="6555" actId="47"/>
        <pc:sldMkLst>
          <pc:docMk/>
          <pc:sldMk cId="2706150922" sldId="279"/>
        </pc:sldMkLst>
      </pc:sldChg>
      <pc:sldChg chg="modSp new del mod">
        <pc:chgData name="Evan J. Thompson" userId="abd38527-ecfe-449f-bd57-123309a8e21a" providerId="ADAL" clId="{A3ACA64E-DD95-4F7F-9AB4-48AE4D65E258}" dt="2026-04-03T03:44:27.670" v="6556" actId="47"/>
        <pc:sldMkLst>
          <pc:docMk/>
          <pc:sldMk cId="1385206766" sldId="280"/>
        </pc:sldMkLst>
      </pc:sldChg>
      <pc:sldChg chg="modSp add del mod">
        <pc:chgData name="Evan J. Thompson" userId="abd38527-ecfe-449f-bd57-123309a8e21a" providerId="ADAL" clId="{A3ACA64E-DD95-4F7F-9AB4-48AE4D65E258}" dt="2026-04-03T03:44:28.125" v="6557" actId="47"/>
        <pc:sldMkLst>
          <pc:docMk/>
          <pc:sldMk cId="3904024104" sldId="281"/>
        </pc:sldMkLst>
      </pc:sldChg>
      <pc:sldChg chg="modSp new del mod">
        <pc:chgData name="Evan J. Thompson" userId="abd38527-ecfe-449f-bd57-123309a8e21a" providerId="ADAL" clId="{A3ACA64E-DD95-4F7F-9AB4-48AE4D65E258}" dt="2026-04-03T03:44:25.558" v="6552" actId="47"/>
        <pc:sldMkLst>
          <pc:docMk/>
          <pc:sldMk cId="1828755652" sldId="282"/>
        </pc:sldMkLst>
      </pc:sldChg>
      <pc:sldChg chg="modSp new del mod">
        <pc:chgData name="Evan J. Thompson" userId="abd38527-ecfe-449f-bd57-123309a8e21a" providerId="ADAL" clId="{A3ACA64E-DD95-4F7F-9AB4-48AE4D65E258}" dt="2026-04-03T03:44:28.778" v="6558" actId="47"/>
        <pc:sldMkLst>
          <pc:docMk/>
          <pc:sldMk cId="2841598770" sldId="283"/>
        </pc:sldMkLst>
      </pc:sldChg>
      <pc:sldChg chg="addSp delSp modSp new del mod">
        <pc:chgData name="Evan J. Thompson" userId="abd38527-ecfe-449f-bd57-123309a8e21a" providerId="ADAL" clId="{A3ACA64E-DD95-4F7F-9AB4-48AE4D65E258}" dt="2026-04-03T04:40:21.711" v="8962" actId="47"/>
        <pc:sldMkLst>
          <pc:docMk/>
          <pc:sldMk cId="3578917409" sldId="284"/>
        </pc:sldMkLst>
      </pc:sldChg>
      <pc:sldChg chg="modSp new mod">
        <pc:chgData name="Evan J. Thompson" userId="abd38527-ecfe-449f-bd57-123309a8e21a" providerId="ADAL" clId="{A3ACA64E-DD95-4F7F-9AB4-48AE4D65E258}" dt="2026-04-03T04:08:38.766" v="7698" actId="20577"/>
        <pc:sldMkLst>
          <pc:docMk/>
          <pc:sldMk cId="1864709967" sldId="285"/>
        </pc:sldMkLst>
        <pc:spChg chg="mod">
          <ac:chgData name="Evan J. Thompson" userId="abd38527-ecfe-449f-bd57-123309a8e21a" providerId="ADAL" clId="{A3ACA64E-DD95-4F7F-9AB4-48AE4D65E258}" dt="2026-04-03T03:44:42.560" v="6590" actId="20577"/>
          <ac:spMkLst>
            <pc:docMk/>
            <pc:sldMk cId="1864709967" sldId="285"/>
            <ac:spMk id="2" creationId="{B7F9FDB3-7C60-240F-473A-58F446979554}"/>
          </ac:spMkLst>
        </pc:spChg>
        <pc:spChg chg="mod">
          <ac:chgData name="Evan J. Thompson" userId="abd38527-ecfe-449f-bd57-123309a8e21a" providerId="ADAL" clId="{A3ACA64E-DD95-4F7F-9AB4-48AE4D65E258}" dt="2026-04-03T04:08:38.766" v="7698" actId="20577"/>
          <ac:spMkLst>
            <pc:docMk/>
            <pc:sldMk cId="1864709967" sldId="285"/>
            <ac:spMk id="3" creationId="{DFBE9835-25CC-8DA3-7FF8-CC735B976B33}"/>
          </ac:spMkLst>
        </pc:spChg>
      </pc:sldChg>
      <pc:sldChg chg="modSp new del mod">
        <pc:chgData name="Evan J. Thompson" userId="abd38527-ecfe-449f-bd57-123309a8e21a" providerId="ADAL" clId="{A3ACA64E-DD95-4F7F-9AB4-48AE4D65E258}" dt="2026-04-03T03:44:31.508" v="6559" actId="47"/>
        <pc:sldMkLst>
          <pc:docMk/>
          <pc:sldMk cId="2422668083" sldId="285"/>
        </pc:sldMkLst>
      </pc:sldChg>
      <pc:sldChg chg="addSp delSp modSp new mod">
        <pc:chgData name="Evan J. Thompson" userId="abd38527-ecfe-449f-bd57-123309a8e21a" providerId="ADAL" clId="{A3ACA64E-DD95-4F7F-9AB4-48AE4D65E258}" dt="2026-04-03T04:43:46.251" v="9044" actId="1076"/>
        <pc:sldMkLst>
          <pc:docMk/>
          <pc:sldMk cId="1881057012" sldId="286"/>
        </pc:sldMkLst>
        <pc:spChg chg="mod">
          <ac:chgData name="Evan J. Thompson" userId="abd38527-ecfe-449f-bd57-123309a8e21a" providerId="ADAL" clId="{A3ACA64E-DD95-4F7F-9AB4-48AE4D65E258}" dt="2026-04-03T03:46:45.192" v="6845" actId="20577"/>
          <ac:spMkLst>
            <pc:docMk/>
            <pc:sldMk cId="1881057012" sldId="286"/>
            <ac:spMk id="2" creationId="{88C39367-BB19-71D6-3CD3-382EC764F71A}"/>
          </ac:spMkLst>
        </pc:spChg>
        <pc:spChg chg="mod">
          <ac:chgData name="Evan J. Thompson" userId="abd38527-ecfe-449f-bd57-123309a8e21a" providerId="ADAL" clId="{A3ACA64E-DD95-4F7F-9AB4-48AE4D65E258}" dt="2026-04-03T03:51:32.558" v="7227" actId="20577"/>
          <ac:spMkLst>
            <pc:docMk/>
            <pc:sldMk cId="1881057012" sldId="286"/>
            <ac:spMk id="3" creationId="{7315C245-B788-DEE8-3760-577AD378E386}"/>
          </ac:spMkLst>
        </pc:spChg>
        <pc:graphicFrameChg chg="add del">
          <ac:chgData name="Evan J. Thompson" userId="abd38527-ecfe-449f-bd57-123309a8e21a" providerId="ADAL" clId="{A3ACA64E-DD95-4F7F-9AB4-48AE4D65E258}" dt="2026-04-03T03:48:01.472" v="7036" actId="3680"/>
          <ac:graphicFrameMkLst>
            <pc:docMk/>
            <pc:sldMk cId="1881057012" sldId="286"/>
            <ac:graphicFrameMk id="4" creationId="{74DC6D96-1EDE-7650-1B16-069961289BEB}"/>
          </ac:graphicFrameMkLst>
        </pc:graphicFrameChg>
        <pc:graphicFrameChg chg="add mod modGraphic">
          <ac:chgData name="Evan J. Thompson" userId="abd38527-ecfe-449f-bd57-123309a8e21a" providerId="ADAL" clId="{A3ACA64E-DD95-4F7F-9AB4-48AE4D65E258}" dt="2026-04-03T04:43:46.251" v="9044" actId="1076"/>
          <ac:graphicFrameMkLst>
            <pc:docMk/>
            <pc:sldMk cId="1881057012" sldId="286"/>
            <ac:graphicFrameMk id="5" creationId="{D8BA80C0-CDBD-BF53-7093-9517A661CE08}"/>
          </ac:graphicFrameMkLst>
        </pc:graphicFrameChg>
      </pc:sldChg>
      <pc:sldChg chg="modSp new mod">
        <pc:chgData name="Evan J. Thompson" userId="abd38527-ecfe-449f-bd57-123309a8e21a" providerId="ADAL" clId="{A3ACA64E-DD95-4F7F-9AB4-48AE4D65E258}" dt="2026-04-03T04:02:57.565" v="7643" actId="20577"/>
        <pc:sldMkLst>
          <pc:docMk/>
          <pc:sldMk cId="3749486809" sldId="287"/>
        </pc:sldMkLst>
        <pc:spChg chg="mod">
          <ac:chgData name="Evan J. Thompson" userId="abd38527-ecfe-449f-bd57-123309a8e21a" providerId="ADAL" clId="{A3ACA64E-DD95-4F7F-9AB4-48AE4D65E258}" dt="2026-04-03T04:01:44.879" v="7362" actId="20577"/>
          <ac:spMkLst>
            <pc:docMk/>
            <pc:sldMk cId="3749486809" sldId="287"/>
            <ac:spMk id="2" creationId="{32869951-60D8-34CE-28FF-79993D646BED}"/>
          </ac:spMkLst>
        </pc:spChg>
        <pc:spChg chg="mod">
          <ac:chgData name="Evan J. Thompson" userId="abd38527-ecfe-449f-bd57-123309a8e21a" providerId="ADAL" clId="{A3ACA64E-DD95-4F7F-9AB4-48AE4D65E258}" dt="2026-04-03T04:02:57.565" v="7643" actId="20577"/>
          <ac:spMkLst>
            <pc:docMk/>
            <pc:sldMk cId="3749486809" sldId="287"/>
            <ac:spMk id="3" creationId="{A0652510-7C3C-23AD-682A-E4817FBCC133}"/>
          </ac:spMkLst>
        </pc:spChg>
      </pc:sldChg>
      <pc:sldChg chg="addSp delSp modSp new mod">
        <pc:chgData name="Evan J. Thompson" userId="abd38527-ecfe-449f-bd57-123309a8e21a" providerId="ADAL" clId="{A3ACA64E-DD95-4F7F-9AB4-48AE4D65E258}" dt="2026-04-03T04:28:18.052" v="7754" actId="20577"/>
        <pc:sldMkLst>
          <pc:docMk/>
          <pc:sldMk cId="2066208670" sldId="288"/>
        </pc:sldMkLst>
        <pc:spChg chg="mod">
          <ac:chgData name="Evan J. Thompson" userId="abd38527-ecfe-449f-bd57-123309a8e21a" providerId="ADAL" clId="{A3ACA64E-DD95-4F7F-9AB4-48AE4D65E258}" dt="2026-04-03T04:28:18.052" v="7754" actId="20577"/>
          <ac:spMkLst>
            <pc:docMk/>
            <pc:sldMk cId="2066208670" sldId="288"/>
            <ac:spMk id="2" creationId="{A1B6A4A8-E20E-0076-B7D6-043E7DCBDB06}"/>
          </ac:spMkLst>
        </pc:spChg>
        <pc:spChg chg="del">
          <ac:chgData name="Evan J. Thompson" userId="abd38527-ecfe-449f-bd57-123309a8e21a" providerId="ADAL" clId="{A3ACA64E-DD95-4F7F-9AB4-48AE4D65E258}" dt="2026-04-03T04:25:04.648" v="7699" actId="22"/>
          <ac:spMkLst>
            <pc:docMk/>
            <pc:sldMk cId="2066208670" sldId="288"/>
            <ac:spMk id="3" creationId="{A11F2D60-3678-E8AE-F493-143F17328EBF}"/>
          </ac:spMkLst>
        </pc:spChg>
        <pc:spChg chg="add">
          <ac:chgData name="Evan J. Thompson" userId="abd38527-ecfe-449f-bd57-123309a8e21a" providerId="ADAL" clId="{A3ACA64E-DD95-4F7F-9AB4-48AE4D65E258}" dt="2026-04-03T04:26:29.773" v="7700"/>
          <ac:spMkLst>
            <pc:docMk/>
            <pc:sldMk cId="2066208670" sldId="288"/>
            <ac:spMk id="6" creationId="{BD9D299F-9B09-15FA-8856-49962E43FB83}"/>
          </ac:spMkLst>
        </pc:spChg>
        <pc:spChg chg="add">
          <ac:chgData name="Evan J. Thompson" userId="abd38527-ecfe-449f-bd57-123309a8e21a" providerId="ADAL" clId="{A3ACA64E-DD95-4F7F-9AB4-48AE4D65E258}" dt="2026-04-03T04:26:35.585" v="7701"/>
          <ac:spMkLst>
            <pc:docMk/>
            <pc:sldMk cId="2066208670" sldId="288"/>
            <ac:spMk id="7" creationId="{64B95044-E922-DF42-D427-044EECBD67FC}"/>
          </ac:spMkLst>
        </pc:spChg>
        <pc:picChg chg="add mod ord">
          <ac:chgData name="Evan J. Thompson" userId="abd38527-ecfe-449f-bd57-123309a8e21a" providerId="ADAL" clId="{A3ACA64E-DD95-4F7F-9AB4-48AE4D65E258}" dt="2026-04-03T04:27:33.652" v="7717" actId="1076"/>
          <ac:picMkLst>
            <pc:docMk/>
            <pc:sldMk cId="2066208670" sldId="288"/>
            <ac:picMk id="5" creationId="{6DDA3ECE-8EB8-AD98-0CC1-CE7F630662B6}"/>
          </ac:picMkLst>
        </pc:picChg>
        <pc:picChg chg="add mod modCrop">
          <ac:chgData name="Evan J. Thompson" userId="abd38527-ecfe-449f-bd57-123309a8e21a" providerId="ADAL" clId="{A3ACA64E-DD95-4F7F-9AB4-48AE4D65E258}" dt="2026-04-03T04:27:25.433" v="7715" actId="1076"/>
          <ac:picMkLst>
            <pc:docMk/>
            <pc:sldMk cId="2066208670" sldId="288"/>
            <ac:picMk id="8" creationId="{86A0037C-CF5D-2790-6CFC-7D596939D925}"/>
          </ac:picMkLst>
        </pc:picChg>
      </pc:sldChg>
      <pc:sldChg chg="addSp delSp modSp new mod">
        <pc:chgData name="Evan J. Thompson" userId="abd38527-ecfe-449f-bd57-123309a8e21a" providerId="ADAL" clId="{A3ACA64E-DD95-4F7F-9AB4-48AE4D65E258}" dt="2026-04-03T04:33:05.043" v="8128" actId="1076"/>
        <pc:sldMkLst>
          <pc:docMk/>
          <pc:sldMk cId="3090536253" sldId="289"/>
        </pc:sldMkLst>
        <pc:spChg chg="mod">
          <ac:chgData name="Evan J. Thompson" userId="abd38527-ecfe-449f-bd57-123309a8e21a" providerId="ADAL" clId="{A3ACA64E-DD95-4F7F-9AB4-48AE4D65E258}" dt="2026-04-03T04:31:22.440" v="7933" actId="20577"/>
          <ac:spMkLst>
            <pc:docMk/>
            <pc:sldMk cId="3090536253" sldId="289"/>
            <ac:spMk id="2" creationId="{A06A0A40-EE84-6293-4801-995116B94900}"/>
          </ac:spMkLst>
        </pc:spChg>
        <pc:spChg chg="add del mod">
          <ac:chgData name="Evan J. Thompson" userId="abd38527-ecfe-449f-bd57-123309a8e21a" providerId="ADAL" clId="{A3ACA64E-DD95-4F7F-9AB4-48AE4D65E258}" dt="2026-04-03T04:32:57.580" v="8125" actId="14100"/>
          <ac:spMkLst>
            <pc:docMk/>
            <pc:sldMk cId="3090536253" sldId="289"/>
            <ac:spMk id="3" creationId="{E44A216B-080B-8D96-76B2-B759624B32B0}"/>
          </ac:spMkLst>
        </pc:spChg>
        <pc:picChg chg="add del mod ord">
          <ac:chgData name="Evan J. Thompson" userId="abd38527-ecfe-449f-bd57-123309a8e21a" providerId="ADAL" clId="{A3ACA64E-DD95-4F7F-9AB4-48AE4D65E258}" dt="2026-04-03T04:32:14.490" v="7949" actId="22"/>
          <ac:picMkLst>
            <pc:docMk/>
            <pc:sldMk cId="3090536253" sldId="289"/>
            <ac:picMk id="5" creationId="{D8DED4FF-DA07-751C-AFC8-167B78DACDC5}"/>
          </ac:picMkLst>
        </pc:picChg>
        <pc:picChg chg="add mod">
          <ac:chgData name="Evan J. Thompson" userId="abd38527-ecfe-449f-bd57-123309a8e21a" providerId="ADAL" clId="{A3ACA64E-DD95-4F7F-9AB4-48AE4D65E258}" dt="2026-04-03T04:33:05.043" v="8128" actId="1076"/>
          <ac:picMkLst>
            <pc:docMk/>
            <pc:sldMk cId="3090536253" sldId="289"/>
            <ac:picMk id="7" creationId="{296EEFA3-15B8-77F9-F035-C3DEE3245806}"/>
          </ac:picMkLst>
        </pc:picChg>
      </pc:sldChg>
      <pc:sldChg chg="modSp new mod">
        <pc:chgData name="Evan J. Thompson" userId="abd38527-ecfe-449f-bd57-123309a8e21a" providerId="ADAL" clId="{A3ACA64E-DD95-4F7F-9AB4-48AE4D65E258}" dt="2026-04-03T04:44:42.516" v="9106" actId="20577"/>
        <pc:sldMkLst>
          <pc:docMk/>
          <pc:sldMk cId="1854188955" sldId="290"/>
        </pc:sldMkLst>
        <pc:spChg chg="mod">
          <ac:chgData name="Evan J. Thompson" userId="abd38527-ecfe-449f-bd57-123309a8e21a" providerId="ADAL" clId="{A3ACA64E-DD95-4F7F-9AB4-48AE4D65E258}" dt="2026-04-03T04:34:16.504" v="8233" actId="20577"/>
          <ac:spMkLst>
            <pc:docMk/>
            <pc:sldMk cId="1854188955" sldId="290"/>
            <ac:spMk id="2" creationId="{067A38F9-7226-A910-162D-20963A58990F}"/>
          </ac:spMkLst>
        </pc:spChg>
        <pc:spChg chg="mod">
          <ac:chgData name="Evan J. Thompson" userId="abd38527-ecfe-449f-bd57-123309a8e21a" providerId="ADAL" clId="{A3ACA64E-DD95-4F7F-9AB4-48AE4D65E258}" dt="2026-04-03T04:44:42.516" v="9106" actId="20577"/>
          <ac:spMkLst>
            <pc:docMk/>
            <pc:sldMk cId="1854188955" sldId="290"/>
            <ac:spMk id="3" creationId="{31E67625-5AE0-FCF6-3951-17F2A97CA2CE}"/>
          </ac:spMkLst>
        </pc:spChg>
      </pc:sldChg>
      <pc:sldChg chg="modSp new mod">
        <pc:chgData name="Evan J. Thompson" userId="abd38527-ecfe-449f-bd57-123309a8e21a" providerId="ADAL" clId="{A3ACA64E-DD95-4F7F-9AB4-48AE4D65E258}" dt="2026-04-03T04:38:53.608" v="8961" actId="20577"/>
        <pc:sldMkLst>
          <pc:docMk/>
          <pc:sldMk cId="544526051" sldId="291"/>
        </pc:sldMkLst>
        <pc:spChg chg="mod">
          <ac:chgData name="Evan J. Thompson" userId="abd38527-ecfe-449f-bd57-123309a8e21a" providerId="ADAL" clId="{A3ACA64E-DD95-4F7F-9AB4-48AE4D65E258}" dt="2026-04-03T04:35:54.058" v="8578" actId="20577"/>
          <ac:spMkLst>
            <pc:docMk/>
            <pc:sldMk cId="544526051" sldId="291"/>
            <ac:spMk id="2" creationId="{DF95C83E-5ADA-5A71-525E-B0BA4F774222}"/>
          </ac:spMkLst>
        </pc:spChg>
        <pc:spChg chg="mod">
          <ac:chgData name="Evan J. Thompson" userId="abd38527-ecfe-449f-bd57-123309a8e21a" providerId="ADAL" clId="{A3ACA64E-DD95-4F7F-9AB4-48AE4D65E258}" dt="2026-04-03T04:38:53.608" v="8961" actId="20577"/>
          <ac:spMkLst>
            <pc:docMk/>
            <pc:sldMk cId="544526051" sldId="291"/>
            <ac:spMk id="3" creationId="{DE9DBC6A-046E-FCAB-07D0-C8147D1BEB4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EDA08-EAF4-C62A-ED0C-CB2008D35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BEA8E-3F9C-F5B1-B5FA-986228DF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6F071-65FB-97D1-B9FF-91654376E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7BCF1-35FB-8B84-2C0D-90281BB8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CCAD7-5A31-0677-82EB-EE506DB6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11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6A3F4-9D55-8BF5-2A8F-B78E52BE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3DAA9-A511-88F0-4021-74F7ECC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D6BDE-B52F-D89A-8D72-62AA317D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1F943-79F5-3E97-FF59-A74703C8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0FCD2-E16B-F906-AB6B-7FBB7118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36EE5-89C3-F98E-88F9-F5529E11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D7D7A-D39E-D192-16BD-18348B5A5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E7AA9-B89B-0668-2E9C-69CF8BCB1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89640-654C-4578-B4C2-1DB79F4B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F3731-4801-D91B-12BD-7C2E2229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995D-5425-3E39-B1B4-DE46660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CE55B-DBB8-3584-34D0-A746BB399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F7346-4778-6F6C-1D35-9B3CD4A66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1E74C-A4CF-A2F7-FF99-AE3A983E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20721-E46B-8369-8CC2-CE9C067A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3D7052-C351-E910-1BE1-1179DE97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7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106A-8A1F-504E-9B38-94377FF3A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9BE3-21B1-2FD2-CE7C-84E2E43AD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DE7DB-FB6C-3516-00DA-AF658E712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F232E-15AD-5FF7-470F-3517F4BEB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8C0AC-6D29-BD8A-34AE-C112939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EDE48-BF62-ED30-4DCA-5FFE2CA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98771-B7A2-980F-52DA-39870B8A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D0B57-4343-F17E-470A-C0D42EBE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0D8E-8BE8-6447-E50A-C5ED7F3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95E47-B7B1-A8B4-315A-722D3611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1CDBF-EBC3-ED24-6BB3-8F4A7C44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721F8-6A35-AD7C-11CF-F1E8CD4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1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5CD85-AB17-6B5C-EF63-808DD0AE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22194-AC5F-D4AC-5A5F-1EE4FCF0F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60A52-1D6B-6189-FB5E-3A74FF975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41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DB0E-B54D-3B40-556E-0E51E6F9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7EDFB-9ED7-3369-14E2-97D4C19D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827BB-9178-7144-1512-0FA844A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4EE46-1A5F-CA78-81D0-2DE69158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BE8A6-F592-4107-63CC-91AF4E1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3FB2F-CE6B-24E1-BAC4-9C4D1A9B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5093-86EB-2068-E6F0-FA93EDE6C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E9439-BA49-1304-D0F0-EFD1D21E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C7D87-B17C-6635-1C21-902EC1FE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7F54-F4A3-87CC-C38B-4496304B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9372F-A764-DF02-E122-E0D5A8D7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1F03E-A13A-C145-6ABE-DD066D0D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08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712-CBF6-FD09-CE4B-CD412B54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E73D4-F9A3-AC4B-A11E-3FD10EF5A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18AF6-C7AF-2186-49A9-C399E663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DA453-D251-2F25-DA1C-CB07CC99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B8AC1-A24D-FA7D-883C-E2751F51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B9523-7726-9AF6-98CE-E77CA26BF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3621A-5F4F-DAF8-62D1-20840E894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B706-D5BB-7CDA-4340-987B27EF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28C01-74FD-DA20-7E7E-28A7AE8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9133C-D276-02F6-9D14-7036B0EB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3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59127"/>
            </a:gs>
            <a:gs pos="100000">
              <a:srgbClr val="0BBAE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4FFFF-6E0C-B5EA-D8F7-DB3BE369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2418-5C04-395C-5F95-C95913733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F757A-93DA-84EB-EFAB-94A1A3BA76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68F5-5AB2-88FC-7531-8292907EE4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5F8F-0D71-BCC1-2478-6A3F377D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3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9600" b="1" dirty="0"/>
              <a:t>Cupboardly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2800" dirty="0"/>
              <a:t>Weekly Report for 4/3/2026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9FDB3-7C60-240F-473A-58F44697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Saving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E9835-25CC-8DA3-7FF8-CC735B976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confirmed the images were being saved</a:t>
            </a:r>
          </a:p>
          <a:p>
            <a:r>
              <a:rPr lang="en-US" dirty="0"/>
              <a:t>They aren’t being saved to the phone’s camera roll, but in a different folder in the phone’s files</a:t>
            </a:r>
          </a:p>
          <a:p>
            <a:pPr lvl="1"/>
            <a:r>
              <a:rPr lang="en-US" dirty="0"/>
              <a:t>/storage/emulated/0/Android/data/</a:t>
            </a:r>
            <a:r>
              <a:rPr lang="en-US" dirty="0" err="1"/>
              <a:t>com.seniorproject.cupboardly</a:t>
            </a:r>
            <a:r>
              <a:rPr lang="en-US" dirty="0"/>
              <a:t>/files/Pictures/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0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9951-60D8-34CE-28FF-79993D64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52510-7C3C-23AD-682A-E4817FBCC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text detection working using </a:t>
            </a:r>
            <a:r>
              <a:rPr lang="en-US" dirty="0" err="1"/>
              <a:t>MLKit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BitMap</a:t>
            </a:r>
            <a:r>
              <a:rPr lang="en-US" dirty="0"/>
              <a:t> vs Full Image – we chose full image for higher resolution, but that means we need to temporarily save the image</a:t>
            </a:r>
          </a:p>
          <a:p>
            <a:endParaRPr lang="en-US" dirty="0"/>
          </a:p>
          <a:p>
            <a:r>
              <a:rPr lang="en-US" dirty="0"/>
              <a:t>We still need to delete the image after processing is complete</a:t>
            </a:r>
          </a:p>
        </p:txBody>
      </p:sp>
    </p:spTree>
    <p:extLst>
      <p:ext uri="{BB962C8B-B14F-4D97-AF65-F5344CB8AC3E}">
        <p14:creationId xmlns:p14="http://schemas.microsoft.com/office/powerpoint/2010/main" val="374948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A4A8-E20E-0076-B7D6-043E7DCBD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Image Processing – Text Detection With </a:t>
            </a:r>
            <a:r>
              <a:rPr lang="en-US" dirty="0" err="1"/>
              <a:t>MLKit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DA3ECE-8EB8-AD98-0CC1-CE7F63066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2454" y="1764012"/>
            <a:ext cx="6883565" cy="393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A0037C-CF5D-2790-6CFC-7D596939D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70" b="26434"/>
          <a:stretch>
            <a:fillRect/>
          </a:stretch>
        </p:blipFill>
        <p:spPr>
          <a:xfrm>
            <a:off x="108954" y="1764012"/>
            <a:ext cx="5143500" cy="393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08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9367-BB19-71D6-3CD3-382EC764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Expiration Date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5C245-B788-DEE8-3760-577AD378E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added a new database table to store ingredients in “batches”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Batch 1 = 2 gallons milk, $8.00, expires 4/05/2026</a:t>
            </a:r>
          </a:p>
          <a:p>
            <a:pPr lvl="1"/>
            <a:r>
              <a:rPr lang="en-US" dirty="0"/>
              <a:t>Batch 2 = 4 gallons milk, $14.00, expires 4/07/2026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8BA80C0-CDBD-BF53-7093-9517A661C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187791"/>
              </p:ext>
            </p:extLst>
          </p:nvPr>
        </p:nvGraphicFramePr>
        <p:xfrm>
          <a:off x="531333" y="3792123"/>
          <a:ext cx="11129334" cy="1168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889">
                  <a:extLst>
                    <a:ext uri="{9D8B030D-6E8A-4147-A177-3AD203B41FA5}">
                      <a16:colId xmlns:a16="http://schemas.microsoft.com/office/drawing/2014/main" val="1630540754"/>
                    </a:ext>
                  </a:extLst>
                </a:gridCol>
                <a:gridCol w="1854889">
                  <a:extLst>
                    <a:ext uri="{9D8B030D-6E8A-4147-A177-3AD203B41FA5}">
                      <a16:colId xmlns:a16="http://schemas.microsoft.com/office/drawing/2014/main" val="1640323801"/>
                    </a:ext>
                  </a:extLst>
                </a:gridCol>
                <a:gridCol w="1854889">
                  <a:extLst>
                    <a:ext uri="{9D8B030D-6E8A-4147-A177-3AD203B41FA5}">
                      <a16:colId xmlns:a16="http://schemas.microsoft.com/office/drawing/2014/main" val="4012106513"/>
                    </a:ext>
                  </a:extLst>
                </a:gridCol>
                <a:gridCol w="1854889">
                  <a:extLst>
                    <a:ext uri="{9D8B030D-6E8A-4147-A177-3AD203B41FA5}">
                      <a16:colId xmlns:a16="http://schemas.microsoft.com/office/drawing/2014/main" val="1400695683"/>
                    </a:ext>
                  </a:extLst>
                </a:gridCol>
                <a:gridCol w="1854889">
                  <a:extLst>
                    <a:ext uri="{9D8B030D-6E8A-4147-A177-3AD203B41FA5}">
                      <a16:colId xmlns:a16="http://schemas.microsoft.com/office/drawing/2014/main" val="690326520"/>
                    </a:ext>
                  </a:extLst>
                </a:gridCol>
                <a:gridCol w="1854889">
                  <a:extLst>
                    <a:ext uri="{9D8B030D-6E8A-4147-A177-3AD203B41FA5}">
                      <a16:colId xmlns:a16="http://schemas.microsoft.com/office/drawing/2014/main" val="3283516162"/>
                    </a:ext>
                  </a:extLst>
                </a:gridCol>
              </a:tblGrid>
              <a:tr h="426987">
                <a:tc>
                  <a:txBody>
                    <a:bodyPr/>
                    <a:lstStyle/>
                    <a:p>
                      <a:r>
                        <a:rPr lang="en-US" dirty="0"/>
                        <a:t>Batch-id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Ingredient-id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Expiration-date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Date-added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894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466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4/07/2026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4/03/2026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756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05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A0A40-EE84-6293-4801-995116B9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Expiration Date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A216B-080B-8D96-76B2-B759624B3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We are properly storing and displaying batch data including expiration dates</a:t>
            </a:r>
          </a:p>
          <a:p>
            <a:r>
              <a:rPr lang="en-US" dirty="0"/>
              <a:t>Will add an alert when an ingredient is expiring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EEFA3-15B8-77F9-F035-C3DEE324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424" y="369704"/>
            <a:ext cx="2755427" cy="612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3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38F9-7226-A910-162D-20963A58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Expiration Date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67625-5AE0-FCF6-3951-17F2A97CA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new batch system was added on a new Git branch, and changed a lot of the system’s functionality</a:t>
            </a:r>
          </a:p>
          <a:p>
            <a:pPr lvl="1"/>
            <a:r>
              <a:rPr lang="en-US" dirty="0"/>
              <a:t>The ingredient and recipe functions need to be able to use many batch entries instead of a single ingredient entry</a:t>
            </a:r>
          </a:p>
          <a:p>
            <a:r>
              <a:rPr lang="en-US" dirty="0"/>
              <a:t>Merging this branch into main safely will be </a:t>
            </a:r>
            <a:r>
              <a:rPr lang="en-US"/>
              <a:t>a challenge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8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C83E-5ADA-5A71-525E-B0BA4F774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Ingredients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DBC6A-046E-FCAB-07D0-C8147D1BE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 ingredient is being used by a recipe, and then is deleted, it removes it from the recipe</a:t>
            </a:r>
          </a:p>
          <a:p>
            <a:pPr lvl="1"/>
            <a:r>
              <a:rPr lang="en-US" dirty="0"/>
              <a:t>This should not happen</a:t>
            </a:r>
          </a:p>
          <a:p>
            <a:pPr lvl="1"/>
            <a:endParaRPr lang="en-US" dirty="0"/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Reduce ingredient values to 0, but don’t delete it entirely, unless it isn’t being used by a recipe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But this change had to be set aside until the new batch system is merged</a:t>
            </a:r>
          </a:p>
        </p:txBody>
      </p:sp>
    </p:spTree>
    <p:extLst>
      <p:ext uri="{BB962C8B-B14F-4D97-AF65-F5344CB8AC3E}">
        <p14:creationId xmlns:p14="http://schemas.microsoft.com/office/powerpoint/2010/main" val="54452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556C-AF6A-2214-055D-F3EDEC0C33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For next time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018C3-5EA8-63F3-2CD5-A2594377AC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Merge new ingredient storage system into main branch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Send the extracted text to Gemini for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Fix deleting ingredient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alert for expiring ingredients</a:t>
            </a:r>
          </a:p>
          <a:p>
            <a:pPr marL="342900" indent="-342900"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2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</TotalTime>
  <Words>333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Cupboardly</vt:lpstr>
      <vt:lpstr>Image Saving</vt:lpstr>
      <vt:lpstr>Image Processing</vt:lpstr>
      <vt:lpstr>Image Processing – Text Detection With MLKit</vt:lpstr>
      <vt:lpstr>Expiration Date Handling</vt:lpstr>
      <vt:lpstr>Expiration Date Handling</vt:lpstr>
      <vt:lpstr>Expiration Date Challenge</vt:lpstr>
      <vt:lpstr>Deleting Ingredients Issue</vt:lpstr>
      <vt:lpstr>For 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675</cp:revision>
  <dcterms:created xsi:type="dcterms:W3CDTF">2026-01-29T21:40:52Z</dcterms:created>
  <dcterms:modified xsi:type="dcterms:W3CDTF">2026-04-03T04:44:44Z</dcterms:modified>
</cp:coreProperties>
</file>