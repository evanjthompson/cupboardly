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190935-E27C-5054-8B4F-9E2579C8ED44}" v="3223" dt="2026-02-13T02:57:33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S::tho86271@pennwest.edu::abd38527-ecfe-449f-bd57-123309a8e21a" providerId="AD" clId="Web-{3F190935-E27C-5054-8B4F-9E2579C8ED44}"/>
    <pc:docChg chg="addSld delSld modSld">
      <pc:chgData name="Evan J. Thompson" userId="S::tho86271@pennwest.edu::abd38527-ecfe-449f-bd57-123309a8e21a" providerId="AD" clId="Web-{3F190935-E27C-5054-8B4F-9E2579C8ED44}" dt="2026-02-13T02:51:49.738" v="3055" actId="20577"/>
      <pc:docMkLst>
        <pc:docMk/>
      </pc:docMkLst>
      <pc:sldChg chg="modSp">
        <pc:chgData name="Evan J. Thompson" userId="S::tho86271@pennwest.edu::abd38527-ecfe-449f-bd57-123309a8e21a" providerId="AD" clId="Web-{3F190935-E27C-5054-8B4F-9E2579C8ED44}" dt="2026-02-13T01:03:35.914" v="0" actId="20577"/>
        <pc:sldMkLst>
          <pc:docMk/>
          <pc:sldMk cId="2356566640" sldId="256"/>
        </pc:sldMkLst>
        <pc:spChg chg="mod">
          <ac:chgData name="Evan J. Thompson" userId="S::tho86271@pennwest.edu::abd38527-ecfe-449f-bd57-123309a8e21a" providerId="AD" clId="Web-{3F190935-E27C-5054-8B4F-9E2579C8ED44}" dt="2026-02-13T01:03:35.914" v="0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del">
        <pc:chgData name="Evan J. Thompson" userId="S::tho86271@pennwest.edu::abd38527-ecfe-449f-bd57-123309a8e21a" providerId="AD" clId="Web-{3F190935-E27C-5054-8B4F-9E2579C8ED44}" dt="2026-02-13T01:46:24.237" v="1"/>
        <pc:sldMkLst>
          <pc:docMk/>
          <pc:sldMk cId="3448107605" sldId="258"/>
        </pc:sldMkLst>
      </pc:sldChg>
      <pc:sldChg chg="del">
        <pc:chgData name="Evan J. Thompson" userId="S::tho86271@pennwest.edu::abd38527-ecfe-449f-bd57-123309a8e21a" providerId="AD" clId="Web-{3F190935-E27C-5054-8B4F-9E2579C8ED44}" dt="2026-02-13T01:46:27.050" v="6"/>
        <pc:sldMkLst>
          <pc:docMk/>
          <pc:sldMk cId="3498417872" sldId="259"/>
        </pc:sldMkLst>
      </pc:sldChg>
      <pc:sldChg chg="del">
        <pc:chgData name="Evan J. Thompson" userId="S::tho86271@pennwest.edu::abd38527-ecfe-449f-bd57-123309a8e21a" providerId="AD" clId="Web-{3F190935-E27C-5054-8B4F-9E2579C8ED44}" dt="2026-02-13T01:46:25.862" v="3"/>
        <pc:sldMkLst>
          <pc:docMk/>
          <pc:sldMk cId="3240366147" sldId="260"/>
        </pc:sldMkLst>
      </pc:sldChg>
      <pc:sldChg chg="del">
        <pc:chgData name="Evan J. Thompson" userId="S::tho86271@pennwest.edu::abd38527-ecfe-449f-bd57-123309a8e21a" providerId="AD" clId="Web-{3F190935-E27C-5054-8B4F-9E2579C8ED44}" dt="2026-02-13T01:46:25.253" v="2"/>
        <pc:sldMkLst>
          <pc:docMk/>
          <pc:sldMk cId="3382725587" sldId="261"/>
        </pc:sldMkLst>
      </pc:sldChg>
      <pc:sldChg chg="del">
        <pc:chgData name="Evan J. Thompson" userId="S::tho86271@pennwest.edu::abd38527-ecfe-449f-bd57-123309a8e21a" providerId="AD" clId="Web-{3F190935-E27C-5054-8B4F-9E2579C8ED44}" dt="2026-02-13T01:46:27.472" v="7"/>
        <pc:sldMkLst>
          <pc:docMk/>
          <pc:sldMk cId="3854550684" sldId="262"/>
        </pc:sldMkLst>
      </pc:sldChg>
      <pc:sldChg chg="del">
        <pc:chgData name="Evan J. Thompson" userId="S::tho86271@pennwest.edu::abd38527-ecfe-449f-bd57-123309a8e21a" providerId="AD" clId="Web-{3F190935-E27C-5054-8B4F-9E2579C8ED44}" dt="2026-02-13T01:46:26.268" v="4"/>
        <pc:sldMkLst>
          <pc:docMk/>
          <pc:sldMk cId="3660618573" sldId="263"/>
        </pc:sldMkLst>
      </pc:sldChg>
      <pc:sldChg chg="del">
        <pc:chgData name="Evan J. Thompson" userId="S::tho86271@pennwest.edu::abd38527-ecfe-449f-bd57-123309a8e21a" providerId="AD" clId="Web-{3F190935-E27C-5054-8B4F-9E2579C8ED44}" dt="2026-02-13T01:46:29.019" v="8"/>
        <pc:sldMkLst>
          <pc:docMk/>
          <pc:sldMk cId="131601092" sldId="264"/>
        </pc:sldMkLst>
      </pc:sldChg>
      <pc:sldChg chg="del">
        <pc:chgData name="Evan J. Thompson" userId="S::tho86271@pennwest.edu::abd38527-ecfe-449f-bd57-123309a8e21a" providerId="AD" clId="Web-{3F190935-E27C-5054-8B4F-9E2579C8ED44}" dt="2026-02-13T01:46:26.628" v="5"/>
        <pc:sldMkLst>
          <pc:docMk/>
          <pc:sldMk cId="1169977348" sldId="265"/>
        </pc:sldMkLst>
      </pc:sldChg>
      <pc:sldChg chg="del">
        <pc:chgData name="Evan J. Thompson" userId="S::tho86271@pennwest.edu::abd38527-ecfe-449f-bd57-123309a8e21a" providerId="AD" clId="Web-{3F190935-E27C-5054-8B4F-9E2579C8ED44}" dt="2026-02-13T02:18:37.320" v="1414"/>
        <pc:sldMkLst>
          <pc:docMk/>
          <pc:sldMk cId="2293494060" sldId="266"/>
        </pc:sldMkLst>
      </pc:sldChg>
      <pc:sldChg chg="modSp">
        <pc:chgData name="Evan J. Thompson" userId="S::tho86271@pennwest.edu::abd38527-ecfe-449f-bd57-123309a8e21a" providerId="AD" clId="Web-{3F190935-E27C-5054-8B4F-9E2579C8ED44}" dt="2026-02-13T02:24:53.837" v="1695" actId="20577"/>
        <pc:sldMkLst>
          <pc:docMk/>
          <pc:sldMk cId="61345403" sldId="267"/>
        </pc:sldMkLst>
        <pc:spChg chg="mod">
          <ac:chgData name="Evan J. Thompson" userId="S::tho86271@pennwest.edu::abd38527-ecfe-449f-bd57-123309a8e21a" providerId="AD" clId="Web-{3F190935-E27C-5054-8B4F-9E2579C8ED44}" dt="2026-02-13T02:24:53.837" v="1695" actId="20577"/>
          <ac:spMkLst>
            <pc:docMk/>
            <pc:sldMk cId="61345403" sldId="267"/>
            <ac:spMk id="3" creationId="{A2014CEE-B7F2-AD5B-EFC4-6B316A7A78C4}"/>
          </ac:spMkLst>
        </pc:spChg>
      </pc:sldChg>
      <pc:sldChg chg="modSp new">
        <pc:chgData name="Evan J. Thompson" userId="S::tho86271@pennwest.edu::abd38527-ecfe-449f-bd57-123309a8e21a" providerId="AD" clId="Web-{3F190935-E27C-5054-8B4F-9E2579C8ED44}" dt="2026-02-13T01:57:23.349" v="230" actId="20577"/>
        <pc:sldMkLst>
          <pc:docMk/>
          <pc:sldMk cId="3230975087" sldId="268"/>
        </pc:sldMkLst>
        <pc:spChg chg="mod">
          <ac:chgData name="Evan J. Thompson" userId="S::tho86271@pennwest.edu::abd38527-ecfe-449f-bd57-123309a8e21a" providerId="AD" clId="Web-{3F190935-E27C-5054-8B4F-9E2579C8ED44}" dt="2026-02-13T01:46:53.317" v="14" actId="20577"/>
          <ac:spMkLst>
            <pc:docMk/>
            <pc:sldMk cId="3230975087" sldId="268"/>
            <ac:spMk id="2" creationId="{A110223F-A2B6-D955-D8F3-74867A146AC0}"/>
          </ac:spMkLst>
        </pc:spChg>
        <pc:spChg chg="mod">
          <ac:chgData name="Evan J. Thompson" userId="S::tho86271@pennwest.edu::abd38527-ecfe-449f-bd57-123309a8e21a" providerId="AD" clId="Web-{3F190935-E27C-5054-8B4F-9E2579C8ED44}" dt="2026-02-13T01:57:23.349" v="230" actId="20577"/>
          <ac:spMkLst>
            <pc:docMk/>
            <pc:sldMk cId="3230975087" sldId="268"/>
            <ac:spMk id="3" creationId="{BAFB1CAE-8612-B79F-AEAE-CE64EAE57677}"/>
          </ac:spMkLst>
        </pc:spChg>
      </pc:sldChg>
      <pc:sldChg chg="addSp delSp modSp new mod setBg">
        <pc:chgData name="Evan J. Thompson" userId="S::tho86271@pennwest.edu::abd38527-ecfe-449f-bd57-123309a8e21a" providerId="AD" clId="Web-{3F190935-E27C-5054-8B4F-9E2579C8ED44}" dt="2026-02-13T02:33:10.852" v="2031"/>
        <pc:sldMkLst>
          <pc:docMk/>
          <pc:sldMk cId="2155390443" sldId="269"/>
        </pc:sldMkLst>
        <pc:spChg chg="mod">
          <ac:chgData name="Evan J. Thompson" userId="S::tho86271@pennwest.edu::abd38527-ecfe-449f-bd57-123309a8e21a" providerId="AD" clId="Web-{3F190935-E27C-5054-8B4F-9E2579C8ED44}" dt="2026-02-13T02:33:10.837" v="2030"/>
          <ac:spMkLst>
            <pc:docMk/>
            <pc:sldMk cId="2155390443" sldId="269"/>
            <ac:spMk id="2" creationId="{B24802C4-BD42-953C-6703-88FA10DE9F1A}"/>
          </ac:spMkLst>
        </pc:spChg>
        <pc:spChg chg="add del mod">
          <ac:chgData name="Evan J. Thompson" userId="S::tho86271@pennwest.edu::abd38527-ecfe-449f-bd57-123309a8e21a" providerId="AD" clId="Web-{3F190935-E27C-5054-8B4F-9E2579C8ED44}" dt="2026-02-13T02:33:10.852" v="2031"/>
          <ac:spMkLst>
            <pc:docMk/>
            <pc:sldMk cId="2155390443" sldId="269"/>
            <ac:spMk id="3" creationId="{5C3F176C-B8ED-8199-EC55-9A1F606BE102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33:10.837" v="2030"/>
          <ac:spMkLst>
            <pc:docMk/>
            <pc:sldMk cId="2155390443" sldId="269"/>
            <ac:spMk id="9" creationId="{BACC6370-2D7E-4714-9D71-7542949D7D5D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33:10.837" v="2030"/>
          <ac:spMkLst>
            <pc:docMk/>
            <pc:sldMk cId="2155390443" sldId="269"/>
            <ac:spMk id="11" creationId="{F68B3F68-107C-434F-AA38-110D5EA91B85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33:10.837" v="2030"/>
          <ac:spMkLst>
            <pc:docMk/>
            <pc:sldMk cId="2155390443" sldId="269"/>
            <ac:spMk id="13" creationId="{AAD0DBB9-1A4B-4391-81D4-CB19F9AB918A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33:10.837" v="2030"/>
          <ac:spMkLst>
            <pc:docMk/>
            <pc:sldMk cId="2155390443" sldId="269"/>
            <ac:spMk id="15" creationId="{063BBA22-50EA-4C4D-BE05-F1CE4E63AA56}"/>
          </ac:spMkLst>
        </pc:spChg>
        <pc:graphicFrameChg chg="add del">
          <ac:chgData name="Evan J. Thompson" userId="S::tho86271@pennwest.edu::abd38527-ecfe-449f-bd57-123309a8e21a" providerId="AD" clId="Web-{3F190935-E27C-5054-8B4F-9E2579C8ED44}" dt="2026-02-13T02:33:10.837" v="2030"/>
          <ac:graphicFrameMkLst>
            <pc:docMk/>
            <pc:sldMk cId="2155390443" sldId="269"/>
            <ac:graphicFrameMk id="5" creationId="{3C30CD9F-00F3-4AF3-103E-5531769FAACC}"/>
          </ac:graphicFrameMkLst>
        </pc:graphicFrameChg>
        <pc:graphicFrameChg chg="add">
          <ac:chgData name="Evan J. Thompson" userId="S::tho86271@pennwest.edu::abd38527-ecfe-449f-bd57-123309a8e21a" providerId="AD" clId="Web-{3F190935-E27C-5054-8B4F-9E2579C8ED44}" dt="2026-02-13T02:33:10.852" v="2031"/>
          <ac:graphicFrameMkLst>
            <pc:docMk/>
            <pc:sldMk cId="2155390443" sldId="269"/>
            <ac:graphicFrameMk id="17" creationId="{9E5F47B2-FF1F-C9AD-B217-B0C06604FB00}"/>
          </ac:graphicFrameMkLst>
        </pc:graphicFrameChg>
      </pc:sldChg>
      <pc:sldChg chg="addSp delSp modSp new mod setBg">
        <pc:chgData name="Evan J. Thompson" userId="S::tho86271@pennwest.edu::abd38527-ecfe-449f-bd57-123309a8e21a" providerId="AD" clId="Web-{3F190935-E27C-5054-8B4F-9E2579C8ED44}" dt="2026-02-13T02:34:14.272" v="2040"/>
        <pc:sldMkLst>
          <pc:docMk/>
          <pc:sldMk cId="1238818932" sldId="270"/>
        </pc:sldMkLst>
        <pc:spChg chg="mod">
          <ac:chgData name="Evan J. Thompson" userId="S::tho86271@pennwest.edu::abd38527-ecfe-449f-bd57-123309a8e21a" providerId="AD" clId="Web-{3F190935-E27C-5054-8B4F-9E2579C8ED44}" dt="2026-02-13T02:34:14.272" v="2040"/>
          <ac:spMkLst>
            <pc:docMk/>
            <pc:sldMk cId="1238818932" sldId="270"/>
            <ac:spMk id="2" creationId="{71BB5CE3-A190-40D9-7EE7-CBA0D47C4AA4}"/>
          </ac:spMkLst>
        </pc:spChg>
        <pc:spChg chg="add del mod">
          <ac:chgData name="Evan J. Thompson" userId="S::tho86271@pennwest.edu::abd38527-ecfe-449f-bd57-123309a8e21a" providerId="AD" clId="Web-{3F190935-E27C-5054-8B4F-9E2579C8ED44}" dt="2026-02-13T02:34:14.272" v="2040"/>
          <ac:spMkLst>
            <pc:docMk/>
            <pc:sldMk cId="1238818932" sldId="270"/>
            <ac:spMk id="3" creationId="{BEFB2940-CC9F-4AF1-3D9C-29F380D63A59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34:06.991" v="2038"/>
          <ac:spMkLst>
            <pc:docMk/>
            <pc:sldMk cId="1238818932" sldId="270"/>
            <ac:spMk id="9" creationId="{BACC6370-2D7E-4714-9D71-7542949D7D5D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34:14.272" v="2040"/>
          <ac:spMkLst>
            <pc:docMk/>
            <pc:sldMk cId="1238818932" sldId="270"/>
            <ac:spMk id="10" creationId="{B50AB553-2A96-4A92-96F2-93548E096954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34:06.991" v="2038"/>
          <ac:spMkLst>
            <pc:docMk/>
            <pc:sldMk cId="1238818932" sldId="270"/>
            <ac:spMk id="11" creationId="{F68B3F68-107C-434F-AA38-110D5EA91B85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34:06.991" v="2038"/>
          <ac:spMkLst>
            <pc:docMk/>
            <pc:sldMk cId="1238818932" sldId="270"/>
            <ac:spMk id="13" creationId="{AAD0DBB9-1A4B-4391-81D4-CB19F9AB918A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34:06.991" v="2038"/>
          <ac:spMkLst>
            <pc:docMk/>
            <pc:sldMk cId="1238818932" sldId="270"/>
            <ac:spMk id="15" creationId="{063BBA22-50EA-4C4D-BE05-F1CE4E63AA56}"/>
          </ac:spMkLst>
        </pc:spChg>
        <pc:graphicFrameChg chg="add del">
          <ac:chgData name="Evan J. Thompson" userId="S::tho86271@pennwest.edu::abd38527-ecfe-449f-bd57-123309a8e21a" providerId="AD" clId="Web-{3F190935-E27C-5054-8B4F-9E2579C8ED44}" dt="2026-02-13T02:34:04.366" v="2036"/>
          <ac:graphicFrameMkLst>
            <pc:docMk/>
            <pc:sldMk cId="1238818932" sldId="270"/>
            <ac:graphicFrameMk id="5" creationId="{C33D0EDF-1F74-D86C-95A3-2375E745C420}"/>
          </ac:graphicFrameMkLst>
        </pc:graphicFrameChg>
        <pc:graphicFrameChg chg="add del">
          <ac:chgData name="Evan J. Thompson" userId="S::tho86271@pennwest.edu::abd38527-ecfe-449f-bd57-123309a8e21a" providerId="AD" clId="Web-{3F190935-E27C-5054-8B4F-9E2579C8ED44}" dt="2026-02-13T02:34:06.991" v="2038"/>
          <ac:graphicFrameMkLst>
            <pc:docMk/>
            <pc:sldMk cId="1238818932" sldId="270"/>
            <ac:graphicFrameMk id="7" creationId="{3F708DE8-33FD-9B9E-CFBA-36BDE5746965}"/>
          </ac:graphicFrameMkLst>
        </pc:graphicFrameChg>
        <pc:graphicFrameChg chg="add del">
          <ac:chgData name="Evan J. Thompson" userId="S::tho86271@pennwest.edu::abd38527-ecfe-449f-bd57-123309a8e21a" providerId="AD" clId="Web-{3F190935-E27C-5054-8B4F-9E2579C8ED44}" dt="2026-02-13T02:34:14.272" v="2040"/>
          <ac:graphicFrameMkLst>
            <pc:docMk/>
            <pc:sldMk cId="1238818932" sldId="270"/>
            <ac:graphicFrameMk id="17" creationId="{9222ED7C-77F5-6213-A538-0190425FE0CA}"/>
          </ac:graphicFrameMkLst>
        </pc:graphicFrameChg>
        <pc:picChg chg="add del">
          <ac:chgData name="Evan J. Thompson" userId="S::tho86271@pennwest.edu::abd38527-ecfe-449f-bd57-123309a8e21a" providerId="AD" clId="Web-{3F190935-E27C-5054-8B4F-9E2579C8ED44}" dt="2026-02-13T02:34:14.272" v="2040"/>
          <ac:picMkLst>
            <pc:docMk/>
            <pc:sldMk cId="1238818932" sldId="270"/>
            <ac:picMk id="6" creationId="{8A60C230-7557-6905-4A7E-5BAF719E94D0}"/>
          </ac:picMkLst>
        </pc:picChg>
      </pc:sldChg>
      <pc:sldChg chg="addSp delSp modSp new">
        <pc:chgData name="Evan J. Thompson" userId="S::tho86271@pennwest.edu::abd38527-ecfe-449f-bd57-123309a8e21a" providerId="AD" clId="Web-{3F190935-E27C-5054-8B4F-9E2579C8ED44}" dt="2026-02-13T02:17:06.656" v="1400"/>
        <pc:sldMkLst>
          <pc:docMk/>
          <pc:sldMk cId="2333963180" sldId="271"/>
        </pc:sldMkLst>
        <pc:spChg chg="mod">
          <ac:chgData name="Evan J. Thompson" userId="S::tho86271@pennwest.edu::abd38527-ecfe-449f-bd57-123309a8e21a" providerId="AD" clId="Web-{3F190935-E27C-5054-8B4F-9E2579C8ED44}" dt="2026-02-13T02:03:26.186" v="521" actId="20577"/>
          <ac:spMkLst>
            <pc:docMk/>
            <pc:sldMk cId="2333963180" sldId="271"/>
            <ac:spMk id="2" creationId="{4EE31650-951C-CCC3-B2E5-406E383F17BF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05:30.176" v="532"/>
          <ac:spMkLst>
            <pc:docMk/>
            <pc:sldMk cId="2333963180" sldId="271"/>
            <ac:spMk id="3" creationId="{AF02B1AD-D7AE-07F2-263E-E15D3C6D7AE4}"/>
          </ac:spMkLst>
        </pc:spChg>
        <pc:graphicFrameChg chg="add del mod ord modGraphic">
          <ac:chgData name="Evan J. Thompson" userId="S::tho86271@pennwest.edu::abd38527-ecfe-449f-bd57-123309a8e21a" providerId="AD" clId="Web-{3F190935-E27C-5054-8B4F-9E2579C8ED44}" dt="2026-02-13T02:03:40.406" v="531"/>
          <ac:graphicFrameMkLst>
            <pc:docMk/>
            <pc:sldMk cId="2333963180" sldId="271"/>
            <ac:graphicFrameMk id="4" creationId="{CFBDBE3D-8E42-4F4A-994F-885854313DF8}"/>
          </ac:graphicFrameMkLst>
        </pc:graphicFrameChg>
        <pc:graphicFrameChg chg="add mod ord modGraphic">
          <ac:chgData name="Evan J. Thompson" userId="S::tho86271@pennwest.edu::abd38527-ecfe-449f-bd57-123309a8e21a" providerId="AD" clId="Web-{3F190935-E27C-5054-8B4F-9E2579C8ED44}" dt="2026-02-13T02:13:51.177" v="1345" actId="1076"/>
          <ac:graphicFrameMkLst>
            <pc:docMk/>
            <pc:sldMk cId="2333963180" sldId="271"/>
            <ac:graphicFrameMk id="5" creationId="{0C020F61-2750-B316-3882-3A8C3B9FCA0D}"/>
          </ac:graphicFrameMkLst>
        </pc:graphicFrameChg>
        <pc:graphicFrameChg chg="add del">
          <ac:chgData name="Evan J. Thompson" userId="S::tho86271@pennwest.edu::abd38527-ecfe-449f-bd57-123309a8e21a" providerId="AD" clId="Web-{3F190935-E27C-5054-8B4F-9E2579C8ED44}" dt="2026-02-13T02:08:51.359" v="876"/>
          <ac:graphicFrameMkLst>
            <pc:docMk/>
            <pc:sldMk cId="2333963180" sldId="271"/>
            <ac:graphicFrameMk id="6" creationId="{8B65302E-26F8-D06B-5F8B-0398DA449514}"/>
          </ac:graphicFrameMkLst>
        </pc:graphicFrameChg>
        <pc:graphicFrameChg chg="add mod modGraphic">
          <ac:chgData name="Evan J. Thompson" userId="S::tho86271@pennwest.edu::abd38527-ecfe-449f-bd57-123309a8e21a" providerId="AD" clId="Web-{3F190935-E27C-5054-8B4F-9E2579C8ED44}" dt="2026-02-13T02:14:47.866" v="1353" actId="1076"/>
          <ac:graphicFrameMkLst>
            <pc:docMk/>
            <pc:sldMk cId="2333963180" sldId="271"/>
            <ac:graphicFrameMk id="7" creationId="{09251E2D-F227-8920-1ED4-3CB277F0F50A}"/>
          </ac:graphicFrameMkLst>
        </pc:graphicFrameChg>
        <pc:graphicFrameChg chg="add mod modGraphic">
          <ac:chgData name="Evan J. Thompson" userId="S::tho86271@pennwest.edu::abd38527-ecfe-449f-bd57-123309a8e21a" providerId="AD" clId="Web-{3F190935-E27C-5054-8B4F-9E2579C8ED44}" dt="2026-02-13T02:14:51.803" v="1354" actId="1076"/>
          <ac:graphicFrameMkLst>
            <pc:docMk/>
            <pc:sldMk cId="2333963180" sldId="271"/>
            <ac:graphicFrameMk id="8" creationId="{1B58488E-15FB-1E9E-69B8-22EBEE8232E5}"/>
          </ac:graphicFrameMkLst>
        </pc:graphicFrameChg>
        <pc:inkChg chg="add del">
          <ac:chgData name="Evan J. Thompson" userId="S::tho86271@pennwest.edu::abd38527-ecfe-449f-bd57-123309a8e21a" providerId="AD" clId="Web-{3F190935-E27C-5054-8B4F-9E2579C8ED44}" dt="2026-02-13T02:15:00.272" v="1356"/>
          <ac:inkMkLst>
            <pc:docMk/>
            <pc:sldMk cId="2333963180" sldId="271"/>
            <ac:inkMk id="9" creationId="{13E29754-2AC2-B0A4-3A95-9E7E30C2EFCE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10.694" v="1358"/>
          <ac:inkMkLst>
            <pc:docMk/>
            <pc:sldMk cId="2333963180" sldId="271"/>
            <ac:inkMk id="10" creationId="{25D130A8-8E20-0587-4589-7CD591FEB198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27.241" v="1368"/>
          <ac:inkMkLst>
            <pc:docMk/>
            <pc:sldMk cId="2333963180" sldId="271"/>
            <ac:inkMk id="11" creationId="{F0407872-E382-1768-D391-070F57AC392B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26.913" v="1367"/>
          <ac:inkMkLst>
            <pc:docMk/>
            <pc:sldMk cId="2333963180" sldId="271"/>
            <ac:inkMk id="12" creationId="{38C85544-EBB4-DDE9-87FF-31C0FFBE787F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26.538" v="1366"/>
          <ac:inkMkLst>
            <pc:docMk/>
            <pc:sldMk cId="2333963180" sldId="271"/>
            <ac:inkMk id="13" creationId="{CA67CDDD-B105-3C23-38B9-36C522CD8BF2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26.241" v="1365"/>
          <ac:inkMkLst>
            <pc:docMk/>
            <pc:sldMk cId="2333963180" sldId="271"/>
            <ac:inkMk id="14" creationId="{D7CB44AD-5B02-0778-9D21-3078FA3BFE96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25.929" v="1364"/>
          <ac:inkMkLst>
            <pc:docMk/>
            <pc:sldMk cId="2333963180" sldId="271"/>
            <ac:inkMk id="15" creationId="{8EEF016E-14B7-38F8-4138-D712555A359C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35.991" v="1370"/>
          <ac:inkMkLst>
            <pc:docMk/>
            <pc:sldMk cId="2333963180" sldId="271"/>
            <ac:inkMk id="16" creationId="{C3BB7893-9B1E-4A4B-0114-41875B86BE81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7:06.656" v="1400"/>
          <ac:inkMkLst>
            <pc:docMk/>
            <pc:sldMk cId="2333963180" sldId="271"/>
            <ac:inkMk id="17" creationId="{CA322A47-DB38-AB53-EE7B-5825AB768B32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49.742" v="1381"/>
          <ac:inkMkLst>
            <pc:docMk/>
            <pc:sldMk cId="2333963180" sldId="271"/>
            <ac:inkMk id="18" creationId="{22AF4A5A-A5F4-4BEC-3082-0AB92A612DBD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39.788" v="1374"/>
          <ac:inkMkLst>
            <pc:docMk/>
            <pc:sldMk cId="2333963180" sldId="271"/>
            <ac:inkMk id="19" creationId="{82B48399-FD13-E813-D736-ACF583473333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46.101" v="1376"/>
          <ac:inkMkLst>
            <pc:docMk/>
            <pc:sldMk cId="2333963180" sldId="271"/>
            <ac:inkMk id="20" creationId="{AA439849-B002-E0C6-8D43-B76851F19048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48.710" v="1380"/>
          <ac:inkMkLst>
            <pc:docMk/>
            <pc:sldMk cId="2333963180" sldId="271"/>
            <ac:inkMk id="21" creationId="{39D037CF-64CA-B48F-7AE7-18D51DD2260E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48.570" v="1379"/>
          <ac:inkMkLst>
            <pc:docMk/>
            <pc:sldMk cId="2333963180" sldId="271"/>
            <ac:inkMk id="22" creationId="{CB382CB0-1880-FC44-E1C7-6EA4581CA59E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5:54.929" v="1383"/>
          <ac:inkMkLst>
            <pc:docMk/>
            <pc:sldMk cId="2333963180" sldId="271"/>
            <ac:inkMk id="23" creationId="{93F92053-FE50-721C-85FA-7732183AD750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7:06.359" v="1399"/>
          <ac:inkMkLst>
            <pc:docMk/>
            <pc:sldMk cId="2333963180" sldId="271"/>
            <ac:inkMk id="24" creationId="{50E1732C-78BA-716B-32FD-F6FF69E0FC78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7:06.046" v="1398"/>
          <ac:inkMkLst>
            <pc:docMk/>
            <pc:sldMk cId="2333963180" sldId="271"/>
            <ac:inkMk id="25" creationId="{A7D155D7-601F-A06E-8339-0C13D8CDCAB0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7:05.734" v="1397"/>
          <ac:inkMkLst>
            <pc:docMk/>
            <pc:sldMk cId="2333963180" sldId="271"/>
            <ac:inkMk id="26" creationId="{AF283FDD-EEC1-71F0-DB19-22BAD2A592A9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7:05.312" v="1396"/>
          <ac:inkMkLst>
            <pc:docMk/>
            <pc:sldMk cId="2333963180" sldId="271"/>
            <ac:inkMk id="27" creationId="{71F7852E-4325-1CF8-BFE5-7358181FB93E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6:31.183" v="1389"/>
          <ac:inkMkLst>
            <pc:docMk/>
            <pc:sldMk cId="2333963180" sldId="271"/>
            <ac:inkMk id="28" creationId="{C85ED429-C6D0-9385-AF53-9B03EE1C1293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7:04.984" v="1395"/>
          <ac:inkMkLst>
            <pc:docMk/>
            <pc:sldMk cId="2333963180" sldId="271"/>
            <ac:inkMk id="29" creationId="{33739766-E6A9-5E30-75BD-7259B463777B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6:40.434" v="1392"/>
          <ac:inkMkLst>
            <pc:docMk/>
            <pc:sldMk cId="2333963180" sldId="271"/>
            <ac:inkMk id="30" creationId="{20DE989A-C07F-97D3-64A0-7CCE6DBF8204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7:04.484" v="1394"/>
          <ac:inkMkLst>
            <pc:docMk/>
            <pc:sldMk cId="2333963180" sldId="271"/>
            <ac:inkMk id="31" creationId="{B352E137-326A-5384-1D6B-1698740B7C23}"/>
          </ac:inkMkLst>
        </pc:inkChg>
      </pc:sldChg>
      <pc:sldChg chg="addSp delSp add replId">
        <pc:chgData name="Evan J. Thompson" userId="S::tho86271@pennwest.edu::abd38527-ecfe-449f-bd57-123309a8e21a" providerId="AD" clId="Web-{3F190935-E27C-5054-8B4F-9E2579C8ED44}" dt="2026-02-13T02:18:21.959" v="1413"/>
        <pc:sldMkLst>
          <pc:docMk/>
          <pc:sldMk cId="420083702" sldId="272"/>
        </pc:sldMkLst>
        <pc:inkChg chg="add">
          <ac:chgData name="Evan J. Thompson" userId="S::tho86271@pennwest.edu::abd38527-ecfe-449f-bd57-123309a8e21a" providerId="AD" clId="Web-{3F190935-E27C-5054-8B4F-9E2579C8ED44}" dt="2026-02-13T02:17:23.782" v="1402"/>
          <ac:inkMkLst>
            <pc:docMk/>
            <pc:sldMk cId="420083702" sldId="272"/>
            <ac:inkMk id="3" creationId="{280DA63A-F41D-724A-34F1-C9AF4DC7C9D1}"/>
          </ac:inkMkLst>
        </pc:inkChg>
        <pc:inkChg chg="add">
          <ac:chgData name="Evan J. Thompson" userId="S::tho86271@pennwest.edu::abd38527-ecfe-449f-bd57-123309a8e21a" providerId="AD" clId="Web-{3F190935-E27C-5054-8B4F-9E2579C8ED44}" dt="2026-02-13T02:17:26.267" v="1403"/>
          <ac:inkMkLst>
            <pc:docMk/>
            <pc:sldMk cId="420083702" sldId="272"/>
            <ac:inkMk id="4" creationId="{B80CC67D-A5EA-FD9F-CA3B-64EBFD71D584}"/>
          </ac:inkMkLst>
        </pc:inkChg>
        <pc:inkChg chg="add del">
          <ac:chgData name="Evan J. Thompson" userId="S::tho86271@pennwest.edu::abd38527-ecfe-449f-bd57-123309a8e21a" providerId="AD" clId="Web-{3F190935-E27C-5054-8B4F-9E2579C8ED44}" dt="2026-02-13T02:17:34.111" v="1405"/>
          <ac:inkMkLst>
            <pc:docMk/>
            <pc:sldMk cId="420083702" sldId="272"/>
            <ac:inkMk id="6" creationId="{20BAE5D4-D958-24A8-AB66-30C213290509}"/>
          </ac:inkMkLst>
        </pc:inkChg>
        <pc:inkChg chg="add">
          <ac:chgData name="Evan J. Thompson" userId="S::tho86271@pennwest.edu::abd38527-ecfe-449f-bd57-123309a8e21a" providerId="AD" clId="Web-{3F190935-E27C-5054-8B4F-9E2579C8ED44}" dt="2026-02-13T02:17:38.878" v="1406"/>
          <ac:inkMkLst>
            <pc:docMk/>
            <pc:sldMk cId="420083702" sldId="272"/>
            <ac:inkMk id="9" creationId="{3D78B4B5-15B4-B597-18D0-B09B81048ADF}"/>
          </ac:inkMkLst>
        </pc:inkChg>
        <pc:inkChg chg="add">
          <ac:chgData name="Evan J. Thompson" userId="S::tho86271@pennwest.edu::abd38527-ecfe-449f-bd57-123309a8e21a" providerId="AD" clId="Web-{3F190935-E27C-5054-8B4F-9E2579C8ED44}" dt="2026-02-13T02:17:42.347" v="1407"/>
          <ac:inkMkLst>
            <pc:docMk/>
            <pc:sldMk cId="420083702" sldId="272"/>
            <ac:inkMk id="10" creationId="{08F61424-0262-28DB-FA18-7B0468DC76A2}"/>
          </ac:inkMkLst>
        </pc:inkChg>
        <pc:inkChg chg="add">
          <ac:chgData name="Evan J. Thompson" userId="S::tho86271@pennwest.edu::abd38527-ecfe-449f-bd57-123309a8e21a" providerId="AD" clId="Web-{3F190935-E27C-5054-8B4F-9E2579C8ED44}" dt="2026-02-13T02:17:44.206" v="1408"/>
          <ac:inkMkLst>
            <pc:docMk/>
            <pc:sldMk cId="420083702" sldId="272"/>
            <ac:inkMk id="11" creationId="{AC20D8BE-228B-9287-B4CF-413EFD59B7CE}"/>
          </ac:inkMkLst>
        </pc:inkChg>
        <pc:inkChg chg="add">
          <ac:chgData name="Evan J. Thompson" userId="S::tho86271@pennwest.edu::abd38527-ecfe-449f-bd57-123309a8e21a" providerId="AD" clId="Web-{3F190935-E27C-5054-8B4F-9E2579C8ED44}" dt="2026-02-13T02:17:53.129" v="1409"/>
          <ac:inkMkLst>
            <pc:docMk/>
            <pc:sldMk cId="420083702" sldId="272"/>
            <ac:inkMk id="12" creationId="{48A82B12-DA61-418B-0453-9BEB36EDE7D5}"/>
          </ac:inkMkLst>
        </pc:inkChg>
        <pc:inkChg chg="add">
          <ac:chgData name="Evan J. Thompson" userId="S::tho86271@pennwest.edu::abd38527-ecfe-449f-bd57-123309a8e21a" providerId="AD" clId="Web-{3F190935-E27C-5054-8B4F-9E2579C8ED44}" dt="2026-02-13T02:17:58.176" v="1410"/>
          <ac:inkMkLst>
            <pc:docMk/>
            <pc:sldMk cId="420083702" sldId="272"/>
            <ac:inkMk id="13" creationId="{B127DE72-66C2-51FB-9214-DA65218CD8A4}"/>
          </ac:inkMkLst>
        </pc:inkChg>
        <pc:inkChg chg="add">
          <ac:chgData name="Evan J. Thompson" userId="S::tho86271@pennwest.edu::abd38527-ecfe-449f-bd57-123309a8e21a" providerId="AD" clId="Web-{3F190935-E27C-5054-8B4F-9E2579C8ED44}" dt="2026-02-13T02:18:10.286" v="1411"/>
          <ac:inkMkLst>
            <pc:docMk/>
            <pc:sldMk cId="420083702" sldId="272"/>
            <ac:inkMk id="14" creationId="{32618D0B-B27B-4024-DA72-8DFE661E9A7D}"/>
          </ac:inkMkLst>
        </pc:inkChg>
        <pc:inkChg chg="add">
          <ac:chgData name="Evan J. Thompson" userId="S::tho86271@pennwest.edu::abd38527-ecfe-449f-bd57-123309a8e21a" providerId="AD" clId="Web-{3F190935-E27C-5054-8B4F-9E2579C8ED44}" dt="2026-02-13T02:18:19.834" v="1412"/>
          <ac:inkMkLst>
            <pc:docMk/>
            <pc:sldMk cId="420083702" sldId="272"/>
            <ac:inkMk id="15" creationId="{8B9A9762-AC20-B5B5-6D10-ACBCF2B7B72D}"/>
          </ac:inkMkLst>
        </pc:inkChg>
        <pc:inkChg chg="add">
          <ac:chgData name="Evan J. Thompson" userId="S::tho86271@pennwest.edu::abd38527-ecfe-449f-bd57-123309a8e21a" providerId="AD" clId="Web-{3F190935-E27C-5054-8B4F-9E2579C8ED44}" dt="2026-02-13T02:18:21.959" v="1413"/>
          <ac:inkMkLst>
            <pc:docMk/>
            <pc:sldMk cId="420083702" sldId="272"/>
            <ac:inkMk id="16" creationId="{66DD3EE9-C433-167A-D553-5E8B98DE1732}"/>
          </ac:inkMkLst>
        </pc:inkChg>
      </pc:sldChg>
      <pc:sldChg chg="addSp delSp modSp new mod setBg">
        <pc:chgData name="Evan J. Thompson" userId="S::tho86271@pennwest.edu::abd38527-ecfe-449f-bd57-123309a8e21a" providerId="AD" clId="Web-{3F190935-E27C-5054-8B4F-9E2579C8ED44}" dt="2026-02-13T02:34:33.523" v="2042" actId="1076"/>
        <pc:sldMkLst>
          <pc:docMk/>
          <pc:sldMk cId="223425189" sldId="273"/>
        </pc:sldMkLst>
        <pc:spChg chg="mod">
          <ac:chgData name="Evan J. Thompson" userId="S::tho86271@pennwest.edu::abd38527-ecfe-449f-bd57-123309a8e21a" providerId="AD" clId="Web-{3F190935-E27C-5054-8B4F-9E2579C8ED44}" dt="2026-02-13T02:23:03.693" v="1548"/>
          <ac:spMkLst>
            <pc:docMk/>
            <pc:sldMk cId="223425189" sldId="273"/>
            <ac:spMk id="2" creationId="{58858912-ECB7-D163-4B12-0E98ED587607}"/>
          </ac:spMkLst>
        </pc:spChg>
        <pc:spChg chg="del">
          <ac:chgData name="Evan J. Thompson" userId="S::tho86271@pennwest.edu::abd38527-ecfe-449f-bd57-123309a8e21a" providerId="AD" clId="Web-{3F190935-E27C-5054-8B4F-9E2579C8ED44}" dt="2026-02-13T02:20:19.311" v="1426"/>
          <ac:spMkLst>
            <pc:docMk/>
            <pc:sldMk cId="223425189" sldId="273"/>
            <ac:spMk id="3" creationId="{A29FFFF9-5085-329D-8691-97FBA523DA01}"/>
          </ac:spMkLst>
        </pc:spChg>
        <pc:spChg chg="add mod">
          <ac:chgData name="Evan J. Thompson" userId="S::tho86271@pennwest.edu::abd38527-ecfe-449f-bd57-123309a8e21a" providerId="AD" clId="Web-{3F190935-E27C-5054-8B4F-9E2579C8ED44}" dt="2026-02-13T02:23:03.693" v="1548"/>
          <ac:spMkLst>
            <pc:docMk/>
            <pc:sldMk cId="223425189" sldId="273"/>
            <ac:spMk id="6" creationId="{4D77FB57-B704-795F-F0B3-12C5490B875B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06.269" v="1523"/>
          <ac:spMkLst>
            <pc:docMk/>
            <pc:sldMk cId="223425189" sldId="273"/>
            <ac:spMk id="11" creationId="{2EB492CD-616E-47F8-933B-5E2D952A0593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06.269" v="1523"/>
          <ac:spMkLst>
            <pc:docMk/>
            <pc:sldMk cId="223425189" sldId="273"/>
            <ac:spMk id="13" creationId="{59383CF9-23B5-4335-9B21-1791C4CF1C75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06.269" v="1523"/>
          <ac:spMkLst>
            <pc:docMk/>
            <pc:sldMk cId="223425189" sldId="273"/>
            <ac:spMk id="15" creationId="{0007FE00-9498-4706-B255-6437B0252C02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08.660" v="1525"/>
          <ac:spMkLst>
            <pc:docMk/>
            <pc:sldMk cId="223425189" sldId="273"/>
            <ac:spMk id="17" creationId="{2813A4FA-24A5-41ED-A534-3807D1B2F344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08.660" v="1525"/>
          <ac:spMkLst>
            <pc:docMk/>
            <pc:sldMk cId="223425189" sldId="273"/>
            <ac:spMk id="18" creationId="{12609869-9E80-471B-A487-A53288E0E791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08.660" v="1525"/>
          <ac:spMkLst>
            <pc:docMk/>
            <pc:sldMk cId="223425189" sldId="273"/>
            <ac:spMk id="19" creationId="{C3944F27-CA70-4E84-A51A-E6BF89558979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08.660" v="1525"/>
          <ac:spMkLst>
            <pc:docMk/>
            <pc:sldMk cId="223425189" sldId="273"/>
            <ac:spMk id="20" creationId="{7004738A-9D34-43E8-97D2-CA0EED4F8BE0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08.660" v="1525"/>
          <ac:spMkLst>
            <pc:docMk/>
            <pc:sldMk cId="223425189" sldId="273"/>
            <ac:spMk id="21" creationId="{B8B8D07F-F13E-443E-BA68-2D26672D76B9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1.050" v="1527"/>
          <ac:spMkLst>
            <pc:docMk/>
            <pc:sldMk cId="223425189" sldId="273"/>
            <ac:spMk id="23" creationId="{A2679492-7988-4050-9056-542444452411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1.050" v="1527"/>
          <ac:spMkLst>
            <pc:docMk/>
            <pc:sldMk cId="223425189" sldId="273"/>
            <ac:spMk id="24" creationId="{B091B163-7D61-4891-ABCF-5C13D9C418D0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3.379" v="1529"/>
          <ac:spMkLst>
            <pc:docMk/>
            <pc:sldMk cId="223425189" sldId="273"/>
            <ac:spMk id="27" creationId="{12609869-9E80-471B-A487-A53288E0E791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3.379" v="1529"/>
          <ac:spMkLst>
            <pc:docMk/>
            <pc:sldMk cId="223425189" sldId="273"/>
            <ac:spMk id="28" creationId="{7004738A-9D34-43E8-97D2-CA0EED4F8BE0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3.379" v="1529"/>
          <ac:spMkLst>
            <pc:docMk/>
            <pc:sldMk cId="223425189" sldId="273"/>
            <ac:spMk id="29" creationId="{B8B8D07F-F13E-443E-BA68-2D26672D76B9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3.379" v="1529"/>
          <ac:spMkLst>
            <pc:docMk/>
            <pc:sldMk cId="223425189" sldId="273"/>
            <ac:spMk id="30" creationId="{2813A4FA-24A5-41ED-A534-3807D1B2F344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3.379" v="1529"/>
          <ac:spMkLst>
            <pc:docMk/>
            <pc:sldMk cId="223425189" sldId="273"/>
            <ac:spMk id="31" creationId="{C3944F27-CA70-4E84-A51A-E6BF89558979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5.847" v="1531"/>
          <ac:spMkLst>
            <pc:docMk/>
            <pc:sldMk cId="223425189" sldId="273"/>
            <ac:spMk id="33" creationId="{2EB492CD-616E-47F8-933B-5E2D952A0593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5.847" v="1531"/>
          <ac:spMkLst>
            <pc:docMk/>
            <pc:sldMk cId="223425189" sldId="273"/>
            <ac:spMk id="34" creationId="{59383CF9-23B5-4335-9B21-1791C4CF1C75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5.847" v="1531"/>
          <ac:spMkLst>
            <pc:docMk/>
            <pc:sldMk cId="223425189" sldId="273"/>
            <ac:spMk id="35" creationId="{0007FE00-9498-4706-B255-6437B0252C02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8.207" v="1533"/>
          <ac:spMkLst>
            <pc:docMk/>
            <pc:sldMk cId="223425189" sldId="273"/>
            <ac:spMk id="37" creationId="{0E3596DD-156A-473E-9BB3-C6A29F7574E9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18.207" v="1533"/>
          <ac:spMkLst>
            <pc:docMk/>
            <pc:sldMk cId="223425189" sldId="273"/>
            <ac:spMk id="38" creationId="{2C46C4D6-C474-4E92-B52E-944C1118F7B6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20.551" v="1535"/>
          <ac:spMkLst>
            <pc:docMk/>
            <pc:sldMk cId="223425189" sldId="273"/>
            <ac:spMk id="40" creationId="{E8A8EAB8-D2FF-444D-B34B-7D32F106AD0E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39.020" v="1539"/>
          <ac:spMkLst>
            <pc:docMk/>
            <pc:sldMk cId="223425189" sldId="273"/>
            <ac:spMk id="44" creationId="{D380959B-464C-9ED8-C9EB-AB6FC997C1B8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39.020" v="1539"/>
          <ac:spMkLst>
            <pc:docMk/>
            <pc:sldMk cId="223425189" sldId="273"/>
            <ac:spMk id="45" creationId="{06B83858-ED7D-57B6-6CAA-83168807C43C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39.020" v="1539"/>
          <ac:spMkLst>
            <pc:docMk/>
            <pc:sldMk cId="223425189" sldId="273"/>
            <ac:spMk id="46" creationId="{FF97FFD4-A8B9-3D4D-1623-7BE467E46A6A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3:03.693" v="1548"/>
          <ac:spMkLst>
            <pc:docMk/>
            <pc:sldMk cId="223425189" sldId="273"/>
            <ac:spMk id="51" creationId="{2EB492CD-616E-47F8-933B-5E2D952A0593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3:03.693" v="1548"/>
          <ac:spMkLst>
            <pc:docMk/>
            <pc:sldMk cId="223425189" sldId="273"/>
            <ac:spMk id="53" creationId="{59383CF9-23B5-4335-9B21-1791C4CF1C75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3:03.693" v="1548"/>
          <ac:spMkLst>
            <pc:docMk/>
            <pc:sldMk cId="223425189" sldId="273"/>
            <ac:spMk id="55" creationId="{0007FE00-9498-4706-B255-6437B0252C02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58.615" v="1543"/>
          <ac:spMkLst>
            <pc:docMk/>
            <pc:sldMk cId="223425189" sldId="273"/>
            <ac:spMk id="60" creationId="{C4285719-470E-454C-AF62-8323075F1F5B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58.615" v="1543"/>
          <ac:spMkLst>
            <pc:docMk/>
            <pc:sldMk cId="223425189" sldId="273"/>
            <ac:spMk id="62" creationId="{CD9FE4EF-C4D8-49A0-B2FF-81D8DB7D8A24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58.615" v="1543"/>
          <ac:spMkLst>
            <pc:docMk/>
            <pc:sldMk cId="223425189" sldId="273"/>
            <ac:spMk id="64" creationId="{4300840D-0A0B-4512-BACA-B439D5B9C57C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58.615" v="1543"/>
          <ac:spMkLst>
            <pc:docMk/>
            <pc:sldMk cId="223425189" sldId="273"/>
            <ac:spMk id="68" creationId="{38FAA1A1-D861-433F-88FA-1E9D6FD31D11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2:58.615" v="1543"/>
          <ac:spMkLst>
            <pc:docMk/>
            <pc:sldMk cId="223425189" sldId="273"/>
            <ac:spMk id="70" creationId="{8D71EDA1-87BF-4D5D-AB79-F346FD19278A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3:01.162" v="1545"/>
          <ac:spMkLst>
            <pc:docMk/>
            <pc:sldMk cId="223425189" sldId="273"/>
            <ac:spMk id="72" creationId="{0D05C9B4-B5C9-2D4D-23C9-CEE72646F923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3:03.693" v="1547"/>
          <ac:spMkLst>
            <pc:docMk/>
            <pc:sldMk cId="223425189" sldId="273"/>
            <ac:spMk id="74" creationId="{D380959B-464C-9ED8-C9EB-AB6FC997C1B8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3:03.693" v="1547"/>
          <ac:spMkLst>
            <pc:docMk/>
            <pc:sldMk cId="223425189" sldId="273"/>
            <ac:spMk id="75" creationId="{06B83858-ED7D-57B6-6CAA-83168807C43C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3:03.693" v="1547"/>
          <ac:spMkLst>
            <pc:docMk/>
            <pc:sldMk cId="223425189" sldId="273"/>
            <ac:spMk id="76" creationId="{FF97FFD4-A8B9-3D4D-1623-7BE467E46A6A}"/>
          </ac:spMkLst>
        </pc:spChg>
        <pc:spChg chg="add">
          <ac:chgData name="Evan J. Thompson" userId="S::tho86271@pennwest.edu::abd38527-ecfe-449f-bd57-123309a8e21a" providerId="AD" clId="Web-{3F190935-E27C-5054-8B4F-9E2579C8ED44}" dt="2026-02-13T02:23:03.693" v="1548"/>
          <ac:spMkLst>
            <pc:docMk/>
            <pc:sldMk cId="223425189" sldId="273"/>
            <ac:spMk id="78" creationId="{0D05C9B4-B5C9-2D4D-23C9-CEE72646F923}"/>
          </ac:spMkLst>
        </pc:spChg>
        <pc:picChg chg="add mod ord">
          <ac:chgData name="Evan J. Thompson" userId="S::tho86271@pennwest.edu::abd38527-ecfe-449f-bd57-123309a8e21a" providerId="AD" clId="Web-{3F190935-E27C-5054-8B4F-9E2579C8ED44}" dt="2026-02-13T02:34:33.523" v="2042" actId="1076"/>
          <ac:picMkLst>
            <pc:docMk/>
            <pc:sldMk cId="223425189" sldId="273"/>
            <ac:picMk id="5" creationId="{F98D2663-517D-6DA2-ABBD-E36E382411BD}"/>
          </ac:picMkLst>
        </pc:picChg>
        <pc:inkChg chg="add del">
          <ac:chgData name="Evan J. Thompson" userId="S::tho86271@pennwest.edu::abd38527-ecfe-449f-bd57-123309a8e21a" providerId="AD" clId="Web-{3F190935-E27C-5054-8B4F-9E2579C8ED44}" dt="2026-02-13T02:19:26.995" v="1417"/>
          <ac:inkMkLst>
            <pc:docMk/>
            <pc:sldMk cId="223425189" sldId="273"/>
            <ac:inkMk id="4" creationId="{1E50FD46-7F05-2359-53A4-6D6A76F217E3}"/>
          </ac:inkMkLst>
        </pc:inkChg>
        <pc:cxnChg chg="add del">
          <ac:chgData name="Evan J. Thompson" userId="S::tho86271@pennwest.edu::abd38527-ecfe-449f-bd57-123309a8e21a" providerId="AD" clId="Web-{3F190935-E27C-5054-8B4F-9E2579C8ED44}" dt="2026-02-13T02:22:11.050" v="1527"/>
          <ac:cxnSpMkLst>
            <pc:docMk/>
            <pc:sldMk cId="223425189" sldId="273"/>
            <ac:cxnSpMk id="25" creationId="{C49DA8F6-BCC1-4447-B54C-57856834B94B}"/>
          </ac:cxnSpMkLst>
        </pc:cxnChg>
        <pc:cxnChg chg="add del">
          <ac:chgData name="Evan J. Thompson" userId="S::tho86271@pennwest.edu::abd38527-ecfe-449f-bd57-123309a8e21a" providerId="AD" clId="Web-{3F190935-E27C-5054-8B4F-9E2579C8ED44}" dt="2026-02-13T02:22:20.551" v="1535"/>
          <ac:cxnSpMkLst>
            <pc:docMk/>
            <pc:sldMk cId="223425189" sldId="273"/>
            <ac:cxnSpMk id="41" creationId="{EEA38897-7BA3-4408-8083-3235339C4A60}"/>
          </ac:cxnSpMkLst>
        </pc:cxnChg>
        <pc:cxnChg chg="add del">
          <ac:chgData name="Evan J. Thompson" userId="S::tho86271@pennwest.edu::abd38527-ecfe-449f-bd57-123309a8e21a" providerId="AD" clId="Web-{3F190935-E27C-5054-8B4F-9E2579C8ED44}" dt="2026-02-13T02:22:20.551" v="1535"/>
          <ac:cxnSpMkLst>
            <pc:docMk/>
            <pc:sldMk cId="223425189" sldId="273"/>
            <ac:cxnSpMk id="42" creationId="{F11AD06B-AB20-4097-8606-5DA00DBACE88}"/>
          </ac:cxnSpMkLst>
        </pc:cxnChg>
      </pc:sldChg>
      <pc:sldChg chg="addSp delSp modSp new mod setBg">
        <pc:chgData name="Evan J. Thompson" userId="S::tho86271@pennwest.edu::abd38527-ecfe-449f-bd57-123309a8e21a" providerId="AD" clId="Web-{3F190935-E27C-5054-8B4F-9E2579C8ED44}" dt="2026-02-13T02:37:46.612" v="2246" actId="20577"/>
        <pc:sldMkLst>
          <pc:docMk/>
          <pc:sldMk cId="2379591247" sldId="274"/>
        </pc:sldMkLst>
        <pc:spChg chg="mod">
          <ac:chgData name="Evan J. Thompson" userId="S::tho86271@pennwest.edu::abd38527-ecfe-449f-bd57-123309a8e21a" providerId="AD" clId="Web-{3F190935-E27C-5054-8B4F-9E2579C8ED44}" dt="2026-02-13T02:37:20.439" v="2244"/>
          <ac:spMkLst>
            <pc:docMk/>
            <pc:sldMk cId="2379591247" sldId="274"/>
            <ac:spMk id="2" creationId="{A460780A-81AE-B236-BAA7-5009E66BF66E}"/>
          </ac:spMkLst>
        </pc:spChg>
        <pc:spChg chg="del">
          <ac:chgData name="Evan J. Thompson" userId="S::tho86271@pennwest.edu::abd38527-ecfe-449f-bd57-123309a8e21a" providerId="AD" clId="Web-{3F190935-E27C-5054-8B4F-9E2579C8ED44}" dt="2026-02-13T02:25:50.666" v="1705"/>
          <ac:spMkLst>
            <pc:docMk/>
            <pc:sldMk cId="2379591247" sldId="274"/>
            <ac:spMk id="3" creationId="{215BA145-8D83-A482-A939-5B4ED9EA3C82}"/>
          </ac:spMkLst>
        </pc:spChg>
        <pc:spChg chg="add mod ord">
          <ac:chgData name="Evan J. Thompson" userId="S::tho86271@pennwest.edu::abd38527-ecfe-449f-bd57-123309a8e21a" providerId="AD" clId="Web-{3F190935-E27C-5054-8B4F-9E2579C8ED44}" dt="2026-02-13T02:37:46.612" v="2246" actId="20577"/>
          <ac:spMkLst>
            <pc:docMk/>
            <pc:sldMk cId="2379591247" sldId="274"/>
            <ac:spMk id="6" creationId="{D2049024-EF7D-7567-C592-AD7F98C71A72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8:38.096" v="1853"/>
          <ac:spMkLst>
            <pc:docMk/>
            <pc:sldMk cId="2379591247" sldId="274"/>
            <ac:spMk id="11" creationId="{6663C3DE-9980-E9DE-C30B-28DC9E9B6A44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8:41.534" v="1855"/>
          <ac:spMkLst>
            <pc:docMk/>
            <pc:sldMk cId="2379591247" sldId="274"/>
            <ac:spMk id="13" creationId="{A7B99495-F43F-4D80-A44F-2CB4764EB90B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8:41.534" v="1855"/>
          <ac:spMkLst>
            <pc:docMk/>
            <pc:sldMk cId="2379591247" sldId="274"/>
            <ac:spMk id="14" creationId="{D2B783EE-0239-4717-BBEA-8C9EAC61C824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8:41.534" v="1855"/>
          <ac:spMkLst>
            <pc:docMk/>
            <pc:sldMk cId="2379591247" sldId="274"/>
            <ac:spMk id="15" creationId="{70BEB1E7-2F88-40BC-B73D-42E5B6F80BFC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8:43.909" v="1857"/>
          <ac:spMkLst>
            <pc:docMk/>
            <pc:sldMk cId="2379591247" sldId="274"/>
            <ac:spMk id="17" creationId="{6663C3DE-9980-E9DE-C30B-28DC9E9B6A44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8:56.659" v="1859"/>
          <ac:spMkLst>
            <pc:docMk/>
            <pc:sldMk cId="2379591247" sldId="274"/>
            <ac:spMk id="19" creationId="{D2B783EE-0239-4717-BBEA-8C9EAC61C824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8:56.659" v="1859"/>
          <ac:spMkLst>
            <pc:docMk/>
            <pc:sldMk cId="2379591247" sldId="274"/>
            <ac:spMk id="20" creationId="{A7B99495-F43F-4D80-A44F-2CB4764EB90B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28:56.659" v="1859"/>
          <ac:spMkLst>
            <pc:docMk/>
            <pc:sldMk cId="2379591247" sldId="274"/>
            <ac:spMk id="21" creationId="{70BEB1E7-2F88-40BC-B73D-42E5B6F80BFC}"/>
          </ac:spMkLst>
        </pc:spChg>
        <pc:spChg chg="add del">
          <ac:chgData name="Evan J. Thompson" userId="S::tho86271@pennwest.edu::abd38527-ecfe-449f-bd57-123309a8e21a" providerId="AD" clId="Web-{3F190935-E27C-5054-8B4F-9E2579C8ED44}" dt="2026-02-13T02:37:20.439" v="2244"/>
          <ac:spMkLst>
            <pc:docMk/>
            <pc:sldMk cId="2379591247" sldId="274"/>
            <ac:spMk id="23" creationId="{6FDAFEA5-E56B-9FE7-56A7-E494BF41CCB8}"/>
          </ac:spMkLst>
        </pc:spChg>
        <pc:spChg chg="add">
          <ac:chgData name="Evan J. Thompson" userId="S::tho86271@pennwest.edu::abd38527-ecfe-449f-bd57-123309a8e21a" providerId="AD" clId="Web-{3F190935-E27C-5054-8B4F-9E2579C8ED44}" dt="2026-02-13T02:37:20.439" v="2244"/>
          <ac:spMkLst>
            <pc:docMk/>
            <pc:sldMk cId="2379591247" sldId="274"/>
            <ac:spMk id="28" creationId="{B712E947-0734-45F9-9C4F-41114EC3A33E}"/>
          </ac:spMkLst>
        </pc:spChg>
        <pc:spChg chg="add">
          <ac:chgData name="Evan J. Thompson" userId="S::tho86271@pennwest.edu::abd38527-ecfe-449f-bd57-123309a8e21a" providerId="AD" clId="Web-{3F190935-E27C-5054-8B4F-9E2579C8ED44}" dt="2026-02-13T02:37:20.439" v="2244"/>
          <ac:spMkLst>
            <pc:docMk/>
            <pc:sldMk cId="2379591247" sldId="274"/>
            <ac:spMk id="30" creationId="{5A65989E-BBD5-44D7-AA86-7AFD5D46BBC0}"/>
          </ac:spMkLst>
        </pc:spChg>
        <pc:spChg chg="add">
          <ac:chgData name="Evan J. Thompson" userId="S::tho86271@pennwest.edu::abd38527-ecfe-449f-bd57-123309a8e21a" providerId="AD" clId="Web-{3F190935-E27C-5054-8B4F-9E2579C8ED44}" dt="2026-02-13T02:37:20.439" v="2244"/>
          <ac:spMkLst>
            <pc:docMk/>
            <pc:sldMk cId="2379591247" sldId="274"/>
            <ac:spMk id="32" creationId="{231A2881-D8D7-4A7D-ACA3-E9F849F853D8}"/>
          </ac:spMkLst>
        </pc:spChg>
        <pc:picChg chg="add mod ord">
          <ac:chgData name="Evan J. Thompson" userId="S::tho86271@pennwest.edu::abd38527-ecfe-449f-bd57-123309a8e21a" providerId="AD" clId="Web-{3F190935-E27C-5054-8B4F-9E2579C8ED44}" dt="2026-02-13T02:37:20.439" v="2244"/>
          <ac:picMkLst>
            <pc:docMk/>
            <pc:sldMk cId="2379591247" sldId="274"/>
            <ac:picMk id="4" creationId="{C3F7EC1C-1D8D-21FB-7D52-91481CF16AF3}"/>
          </ac:picMkLst>
        </pc:picChg>
        <pc:picChg chg="add mod ord">
          <ac:chgData name="Evan J. Thompson" userId="S::tho86271@pennwest.edu::abd38527-ecfe-449f-bd57-123309a8e21a" providerId="AD" clId="Web-{3F190935-E27C-5054-8B4F-9E2579C8ED44}" dt="2026-02-13T02:37:20.439" v="2244"/>
          <ac:picMkLst>
            <pc:docMk/>
            <pc:sldMk cId="2379591247" sldId="274"/>
            <ac:picMk id="5" creationId="{66B594DF-1936-8940-EA89-765EF31AD65B}"/>
          </ac:picMkLst>
        </pc:picChg>
      </pc:sldChg>
      <pc:sldChg chg="modSp new">
        <pc:chgData name="Evan J. Thompson" userId="S::tho86271@pennwest.edu::abd38527-ecfe-449f-bd57-123309a8e21a" providerId="AD" clId="Web-{3F190935-E27C-5054-8B4F-9E2579C8ED44}" dt="2026-02-13T02:51:49.738" v="3055" actId="20577"/>
        <pc:sldMkLst>
          <pc:docMk/>
          <pc:sldMk cId="1478784069" sldId="275"/>
        </pc:sldMkLst>
        <pc:spChg chg="mod">
          <ac:chgData name="Evan J. Thompson" userId="S::tho86271@pennwest.edu::abd38527-ecfe-449f-bd57-123309a8e21a" providerId="AD" clId="Web-{3F190935-E27C-5054-8B4F-9E2579C8ED44}" dt="2026-02-13T02:30:11.005" v="1913" actId="20577"/>
          <ac:spMkLst>
            <pc:docMk/>
            <pc:sldMk cId="1478784069" sldId="275"/>
            <ac:spMk id="2" creationId="{C7DE97BD-43DA-31B3-C3AA-9F796E314B64}"/>
          </ac:spMkLst>
        </pc:spChg>
        <pc:spChg chg="mod">
          <ac:chgData name="Evan J. Thompson" userId="S::tho86271@pennwest.edu::abd38527-ecfe-449f-bd57-123309a8e21a" providerId="AD" clId="Web-{3F190935-E27C-5054-8B4F-9E2579C8ED44}" dt="2026-02-13T02:51:49.738" v="3055" actId="20577"/>
          <ac:spMkLst>
            <pc:docMk/>
            <pc:sldMk cId="1478784069" sldId="275"/>
            <ac:spMk id="3" creationId="{21355651-7EDC-8CF7-6881-B1F0B2CFA2E2}"/>
          </ac:spMkLst>
        </pc:spChg>
      </pc:sldChg>
      <pc:sldChg chg="modSp new">
        <pc:chgData name="Evan J. Thompson" userId="S::tho86271@pennwest.edu::abd38527-ecfe-449f-bd57-123309a8e21a" providerId="AD" clId="Web-{3F190935-E27C-5054-8B4F-9E2579C8ED44}" dt="2026-02-13T02:41:36.044" v="2651" actId="20577"/>
        <pc:sldMkLst>
          <pc:docMk/>
          <pc:sldMk cId="3820143878" sldId="276"/>
        </pc:sldMkLst>
        <pc:spChg chg="mod">
          <ac:chgData name="Evan J. Thompson" userId="S::tho86271@pennwest.edu::abd38527-ecfe-449f-bd57-123309a8e21a" providerId="AD" clId="Web-{3F190935-E27C-5054-8B4F-9E2579C8ED44}" dt="2026-02-13T02:38:32.769" v="2258" actId="20577"/>
          <ac:spMkLst>
            <pc:docMk/>
            <pc:sldMk cId="3820143878" sldId="276"/>
            <ac:spMk id="2" creationId="{D306EC2F-1EE5-B421-4040-6BE1587F0517}"/>
          </ac:spMkLst>
        </pc:spChg>
        <pc:spChg chg="mod">
          <ac:chgData name="Evan J. Thompson" userId="S::tho86271@pennwest.edu::abd38527-ecfe-449f-bd57-123309a8e21a" providerId="AD" clId="Web-{3F190935-E27C-5054-8B4F-9E2579C8ED44}" dt="2026-02-13T02:41:36.044" v="2651" actId="20577"/>
          <ac:spMkLst>
            <pc:docMk/>
            <pc:sldMk cId="3820143878" sldId="276"/>
            <ac:spMk id="3" creationId="{FEC6939A-C8CC-EDE8-CCA9-94CF1835462E}"/>
          </ac:spMkLst>
        </pc:spChg>
      </pc:sldChg>
      <pc:sldChg chg="modSp new">
        <pc:chgData name="Evan J. Thompson" userId="S::tho86271@pennwest.edu::abd38527-ecfe-449f-bd57-123309a8e21a" providerId="AD" clId="Web-{3F190935-E27C-5054-8B4F-9E2579C8ED44}" dt="2026-02-13T02:51:20.738" v="3051" actId="20577"/>
        <pc:sldMkLst>
          <pc:docMk/>
          <pc:sldMk cId="1198900208" sldId="277"/>
        </pc:sldMkLst>
        <pc:spChg chg="mod">
          <ac:chgData name="Evan J. Thompson" userId="S::tho86271@pennwest.edu::abd38527-ecfe-449f-bd57-123309a8e21a" providerId="AD" clId="Web-{3F190935-E27C-5054-8B4F-9E2579C8ED44}" dt="2026-02-13T02:41:44.013" v="2666" actId="20577"/>
          <ac:spMkLst>
            <pc:docMk/>
            <pc:sldMk cId="1198900208" sldId="277"/>
            <ac:spMk id="2" creationId="{69439E7E-8A46-B6AB-7FDC-0DAD737F879B}"/>
          </ac:spMkLst>
        </pc:spChg>
        <pc:spChg chg="mod">
          <ac:chgData name="Evan J. Thompson" userId="S::tho86271@pennwest.edu::abd38527-ecfe-449f-bd57-123309a8e21a" providerId="AD" clId="Web-{3F190935-E27C-5054-8B4F-9E2579C8ED44}" dt="2026-02-13T02:51:20.738" v="3051" actId="20577"/>
          <ac:spMkLst>
            <pc:docMk/>
            <pc:sldMk cId="1198900208" sldId="277"/>
            <ac:spMk id="3" creationId="{76000828-D046-E7A5-34F6-D45EA4DDFBB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4C028A-2007-434E-8D43-8AC6BBC8C1FA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59BFDE-0383-498C-A3BD-643FA86E4CE7}">
      <dgm:prSet/>
      <dgm:spPr/>
      <dgm:t>
        <a:bodyPr/>
        <a:lstStyle/>
        <a:p>
          <a:r>
            <a:rPr lang="en-US"/>
            <a:t>The Recipe database could not directly contain entries from the Ingredient database</a:t>
          </a:r>
        </a:p>
      </dgm:t>
    </dgm:pt>
    <dgm:pt modelId="{D510AE4F-FB4A-421A-A1C5-85FD2BD82401}" type="parTrans" cxnId="{96AD22A7-640C-450B-9A99-A0BEF6B4EAFC}">
      <dgm:prSet/>
      <dgm:spPr/>
      <dgm:t>
        <a:bodyPr/>
        <a:lstStyle/>
        <a:p>
          <a:endParaRPr lang="en-US"/>
        </a:p>
      </dgm:t>
    </dgm:pt>
    <dgm:pt modelId="{EE4A5F32-6AC3-47E1-8433-9E7A332B2CDC}" type="sibTrans" cxnId="{96AD22A7-640C-450B-9A99-A0BEF6B4EAFC}">
      <dgm:prSet/>
      <dgm:spPr/>
      <dgm:t>
        <a:bodyPr/>
        <a:lstStyle/>
        <a:p>
          <a:endParaRPr lang="en-US"/>
        </a:p>
      </dgm:t>
    </dgm:pt>
    <dgm:pt modelId="{99919D90-EB73-4AC4-AD72-6631AFF5523D}">
      <dgm:prSet/>
      <dgm:spPr/>
      <dgm:t>
        <a:bodyPr/>
        <a:lstStyle/>
        <a:p>
          <a:r>
            <a:rPr lang="en-US"/>
            <a:t>To fix this, we combined the databases into 1 database, but with 3 tables</a:t>
          </a:r>
        </a:p>
      </dgm:t>
    </dgm:pt>
    <dgm:pt modelId="{9D39BECB-AE9D-4F1B-B754-D34B7E1CFFDA}" type="parTrans" cxnId="{A84F0E09-67D8-45F5-AE34-99A8657F0AF8}">
      <dgm:prSet/>
      <dgm:spPr/>
      <dgm:t>
        <a:bodyPr/>
        <a:lstStyle/>
        <a:p>
          <a:endParaRPr lang="en-US"/>
        </a:p>
      </dgm:t>
    </dgm:pt>
    <dgm:pt modelId="{4E632C09-96B3-44CC-AB9E-FA9C6E856958}" type="sibTrans" cxnId="{A84F0E09-67D8-45F5-AE34-99A8657F0AF8}">
      <dgm:prSet/>
      <dgm:spPr/>
      <dgm:t>
        <a:bodyPr/>
        <a:lstStyle/>
        <a:p>
          <a:endParaRPr lang="en-US"/>
        </a:p>
      </dgm:t>
    </dgm:pt>
    <dgm:pt modelId="{727A1BE8-75A5-4996-A225-197C866AF137}">
      <dgm:prSet/>
      <dgm:spPr/>
      <dgm:t>
        <a:bodyPr/>
        <a:lstStyle/>
        <a:p>
          <a:r>
            <a:rPr lang="en-US"/>
            <a:t>An ingredient table</a:t>
          </a:r>
        </a:p>
      </dgm:t>
    </dgm:pt>
    <dgm:pt modelId="{A2B489C7-972C-43B5-9577-F00CB85C531A}" type="parTrans" cxnId="{6397855B-6CC8-400E-A970-762DFA5F199A}">
      <dgm:prSet/>
      <dgm:spPr/>
      <dgm:t>
        <a:bodyPr/>
        <a:lstStyle/>
        <a:p>
          <a:endParaRPr lang="en-US"/>
        </a:p>
      </dgm:t>
    </dgm:pt>
    <dgm:pt modelId="{A3AA60DE-DD34-403C-8383-B4189205BDD9}" type="sibTrans" cxnId="{6397855B-6CC8-400E-A970-762DFA5F199A}">
      <dgm:prSet/>
      <dgm:spPr/>
      <dgm:t>
        <a:bodyPr/>
        <a:lstStyle/>
        <a:p>
          <a:endParaRPr lang="en-US"/>
        </a:p>
      </dgm:t>
    </dgm:pt>
    <dgm:pt modelId="{A7E40A3A-C74C-43B3-A419-52E2A5001D07}">
      <dgm:prSet/>
      <dgm:spPr/>
      <dgm:t>
        <a:bodyPr/>
        <a:lstStyle/>
        <a:p>
          <a:r>
            <a:rPr lang="en-US"/>
            <a:t>A recipe table</a:t>
          </a:r>
        </a:p>
      </dgm:t>
    </dgm:pt>
    <dgm:pt modelId="{C9F1EECF-606B-45BE-9D27-9C179F3A0B6A}" type="parTrans" cxnId="{574B0392-06D6-486C-A3C8-4BB5AD2A6451}">
      <dgm:prSet/>
      <dgm:spPr/>
      <dgm:t>
        <a:bodyPr/>
        <a:lstStyle/>
        <a:p>
          <a:endParaRPr lang="en-US"/>
        </a:p>
      </dgm:t>
    </dgm:pt>
    <dgm:pt modelId="{7CEE4F3C-E433-42DB-A367-67EC5C798E1F}" type="sibTrans" cxnId="{574B0392-06D6-486C-A3C8-4BB5AD2A6451}">
      <dgm:prSet/>
      <dgm:spPr/>
      <dgm:t>
        <a:bodyPr/>
        <a:lstStyle/>
        <a:p>
          <a:endParaRPr lang="en-US"/>
        </a:p>
      </dgm:t>
    </dgm:pt>
    <dgm:pt modelId="{23EDB069-B501-4886-8CE5-0A453748D4F4}">
      <dgm:prSet/>
      <dgm:spPr/>
      <dgm:t>
        <a:bodyPr/>
        <a:lstStyle/>
        <a:p>
          <a:r>
            <a:rPr lang="en-US"/>
            <a:t>A linked table</a:t>
          </a:r>
        </a:p>
      </dgm:t>
    </dgm:pt>
    <dgm:pt modelId="{8F78487C-1CD7-413F-A65D-4158886AEA06}" type="parTrans" cxnId="{F4FA9EEE-0868-4D39-8DD0-204AFB59C21E}">
      <dgm:prSet/>
      <dgm:spPr/>
      <dgm:t>
        <a:bodyPr/>
        <a:lstStyle/>
        <a:p>
          <a:endParaRPr lang="en-US"/>
        </a:p>
      </dgm:t>
    </dgm:pt>
    <dgm:pt modelId="{CD533183-5A62-48F1-A624-EB815070A987}" type="sibTrans" cxnId="{F4FA9EEE-0868-4D39-8DD0-204AFB59C21E}">
      <dgm:prSet/>
      <dgm:spPr/>
      <dgm:t>
        <a:bodyPr/>
        <a:lstStyle/>
        <a:p>
          <a:endParaRPr lang="en-US"/>
        </a:p>
      </dgm:t>
    </dgm:pt>
    <dgm:pt modelId="{3B78B1D7-2822-45CE-BD7B-206BFFEE251C}" type="pres">
      <dgm:prSet presAssocID="{8A4C028A-2007-434E-8D43-8AC6BBC8C1FA}" presName="Name0" presStyleCnt="0">
        <dgm:presLayoutVars>
          <dgm:dir/>
          <dgm:animLvl val="lvl"/>
          <dgm:resizeHandles val="exact"/>
        </dgm:presLayoutVars>
      </dgm:prSet>
      <dgm:spPr/>
    </dgm:pt>
    <dgm:pt modelId="{815E0CEC-3D6E-4A70-85EA-AEF548F9A0C6}" type="pres">
      <dgm:prSet presAssocID="{99919D90-EB73-4AC4-AD72-6631AFF5523D}" presName="boxAndChildren" presStyleCnt="0"/>
      <dgm:spPr/>
    </dgm:pt>
    <dgm:pt modelId="{3612EC02-7570-4405-A62A-B56CF9EBE668}" type="pres">
      <dgm:prSet presAssocID="{99919D90-EB73-4AC4-AD72-6631AFF5523D}" presName="parentTextBox" presStyleLbl="node1" presStyleIdx="0" presStyleCnt="2"/>
      <dgm:spPr/>
    </dgm:pt>
    <dgm:pt modelId="{87E3872A-CBFD-4577-80BB-2197C20A3224}" type="pres">
      <dgm:prSet presAssocID="{99919D90-EB73-4AC4-AD72-6631AFF5523D}" presName="entireBox" presStyleLbl="node1" presStyleIdx="0" presStyleCnt="2"/>
      <dgm:spPr/>
    </dgm:pt>
    <dgm:pt modelId="{B1167A1B-C5EF-495F-815D-CFF70A98D921}" type="pres">
      <dgm:prSet presAssocID="{99919D90-EB73-4AC4-AD72-6631AFF5523D}" presName="descendantBox" presStyleCnt="0"/>
      <dgm:spPr/>
    </dgm:pt>
    <dgm:pt modelId="{5A834191-5CD9-474B-B5F4-F256AAFAB048}" type="pres">
      <dgm:prSet presAssocID="{727A1BE8-75A5-4996-A225-197C866AF137}" presName="childTextBox" presStyleLbl="fgAccFollowNode1" presStyleIdx="0" presStyleCnt="3">
        <dgm:presLayoutVars>
          <dgm:bulletEnabled val="1"/>
        </dgm:presLayoutVars>
      </dgm:prSet>
      <dgm:spPr/>
    </dgm:pt>
    <dgm:pt modelId="{85F75059-9A84-470F-9CA1-6CD00D968B86}" type="pres">
      <dgm:prSet presAssocID="{A7E40A3A-C74C-43B3-A419-52E2A5001D07}" presName="childTextBox" presStyleLbl="fgAccFollowNode1" presStyleIdx="1" presStyleCnt="3">
        <dgm:presLayoutVars>
          <dgm:bulletEnabled val="1"/>
        </dgm:presLayoutVars>
      </dgm:prSet>
      <dgm:spPr/>
    </dgm:pt>
    <dgm:pt modelId="{217A3927-9762-47FD-BF21-F7F1F8E49622}" type="pres">
      <dgm:prSet presAssocID="{23EDB069-B501-4886-8CE5-0A453748D4F4}" presName="childTextBox" presStyleLbl="fgAccFollowNode1" presStyleIdx="2" presStyleCnt="3">
        <dgm:presLayoutVars>
          <dgm:bulletEnabled val="1"/>
        </dgm:presLayoutVars>
      </dgm:prSet>
      <dgm:spPr/>
    </dgm:pt>
    <dgm:pt modelId="{19E29EEC-1735-4DEB-8E4F-7D6DBEBEE5D9}" type="pres">
      <dgm:prSet presAssocID="{EE4A5F32-6AC3-47E1-8433-9E7A332B2CDC}" presName="sp" presStyleCnt="0"/>
      <dgm:spPr/>
    </dgm:pt>
    <dgm:pt modelId="{07D7547A-E61D-4EE1-B8F2-7FC4830B4DFD}" type="pres">
      <dgm:prSet presAssocID="{7C59BFDE-0383-498C-A3BD-643FA86E4CE7}" presName="arrowAndChildren" presStyleCnt="0"/>
      <dgm:spPr/>
    </dgm:pt>
    <dgm:pt modelId="{3F384060-1C65-4003-ACE0-A26F93C6981B}" type="pres">
      <dgm:prSet presAssocID="{7C59BFDE-0383-498C-A3BD-643FA86E4CE7}" presName="parentTextArrow" presStyleLbl="node1" presStyleIdx="1" presStyleCnt="2"/>
      <dgm:spPr/>
    </dgm:pt>
  </dgm:ptLst>
  <dgm:cxnLst>
    <dgm:cxn modelId="{A84F0E09-67D8-45F5-AE34-99A8657F0AF8}" srcId="{8A4C028A-2007-434E-8D43-8AC6BBC8C1FA}" destId="{99919D90-EB73-4AC4-AD72-6631AFF5523D}" srcOrd="1" destOrd="0" parTransId="{9D39BECB-AE9D-4F1B-B754-D34B7E1CFFDA}" sibTransId="{4E632C09-96B3-44CC-AB9E-FA9C6E856958}"/>
    <dgm:cxn modelId="{77D41A1D-409E-4AD8-88D4-CC05310DE7A1}" type="presOf" srcId="{8A4C028A-2007-434E-8D43-8AC6BBC8C1FA}" destId="{3B78B1D7-2822-45CE-BD7B-206BFFEE251C}" srcOrd="0" destOrd="0" presId="urn:microsoft.com/office/officeart/2005/8/layout/process4"/>
    <dgm:cxn modelId="{6397855B-6CC8-400E-A970-762DFA5F199A}" srcId="{99919D90-EB73-4AC4-AD72-6631AFF5523D}" destId="{727A1BE8-75A5-4996-A225-197C866AF137}" srcOrd="0" destOrd="0" parTransId="{A2B489C7-972C-43B5-9577-F00CB85C531A}" sibTransId="{A3AA60DE-DD34-403C-8383-B4189205BDD9}"/>
    <dgm:cxn modelId="{05263842-92FE-4B42-BA2A-BDB697D1795C}" type="presOf" srcId="{727A1BE8-75A5-4996-A225-197C866AF137}" destId="{5A834191-5CD9-474B-B5F4-F256AAFAB048}" srcOrd="0" destOrd="0" presId="urn:microsoft.com/office/officeart/2005/8/layout/process4"/>
    <dgm:cxn modelId="{DE55B244-0675-4959-AC51-6D598B5ABEF7}" type="presOf" srcId="{99919D90-EB73-4AC4-AD72-6631AFF5523D}" destId="{3612EC02-7570-4405-A62A-B56CF9EBE668}" srcOrd="0" destOrd="0" presId="urn:microsoft.com/office/officeart/2005/8/layout/process4"/>
    <dgm:cxn modelId="{574B0392-06D6-486C-A3C8-4BB5AD2A6451}" srcId="{99919D90-EB73-4AC4-AD72-6631AFF5523D}" destId="{A7E40A3A-C74C-43B3-A419-52E2A5001D07}" srcOrd="1" destOrd="0" parTransId="{C9F1EECF-606B-45BE-9D27-9C179F3A0B6A}" sibTransId="{7CEE4F3C-E433-42DB-A367-67EC5C798E1F}"/>
    <dgm:cxn modelId="{AB931093-39D8-4954-B86F-55D464BE740A}" type="presOf" srcId="{23EDB069-B501-4886-8CE5-0A453748D4F4}" destId="{217A3927-9762-47FD-BF21-F7F1F8E49622}" srcOrd="0" destOrd="0" presId="urn:microsoft.com/office/officeart/2005/8/layout/process4"/>
    <dgm:cxn modelId="{E62D699E-C7D5-420A-970A-682AFABA2DE3}" type="presOf" srcId="{7C59BFDE-0383-498C-A3BD-643FA86E4CE7}" destId="{3F384060-1C65-4003-ACE0-A26F93C6981B}" srcOrd="0" destOrd="0" presId="urn:microsoft.com/office/officeart/2005/8/layout/process4"/>
    <dgm:cxn modelId="{96AD22A7-640C-450B-9A99-A0BEF6B4EAFC}" srcId="{8A4C028A-2007-434E-8D43-8AC6BBC8C1FA}" destId="{7C59BFDE-0383-498C-A3BD-643FA86E4CE7}" srcOrd="0" destOrd="0" parTransId="{D510AE4F-FB4A-421A-A1C5-85FD2BD82401}" sibTransId="{EE4A5F32-6AC3-47E1-8433-9E7A332B2CDC}"/>
    <dgm:cxn modelId="{A2ED4CB0-B1B8-4A9E-8056-05BEE2DC8530}" type="presOf" srcId="{A7E40A3A-C74C-43B3-A419-52E2A5001D07}" destId="{85F75059-9A84-470F-9CA1-6CD00D968B86}" srcOrd="0" destOrd="0" presId="urn:microsoft.com/office/officeart/2005/8/layout/process4"/>
    <dgm:cxn modelId="{3664C1DF-1FE7-4163-9CF5-5FEF2C0222A2}" type="presOf" srcId="{99919D90-EB73-4AC4-AD72-6631AFF5523D}" destId="{87E3872A-CBFD-4577-80BB-2197C20A3224}" srcOrd="1" destOrd="0" presId="urn:microsoft.com/office/officeart/2005/8/layout/process4"/>
    <dgm:cxn modelId="{F4FA9EEE-0868-4D39-8DD0-204AFB59C21E}" srcId="{99919D90-EB73-4AC4-AD72-6631AFF5523D}" destId="{23EDB069-B501-4886-8CE5-0A453748D4F4}" srcOrd="2" destOrd="0" parTransId="{8F78487C-1CD7-413F-A65D-4158886AEA06}" sibTransId="{CD533183-5A62-48F1-A624-EB815070A987}"/>
    <dgm:cxn modelId="{68DB110A-2F99-48D4-AD5E-134D8CD671B9}" type="presParOf" srcId="{3B78B1D7-2822-45CE-BD7B-206BFFEE251C}" destId="{815E0CEC-3D6E-4A70-85EA-AEF548F9A0C6}" srcOrd="0" destOrd="0" presId="urn:microsoft.com/office/officeart/2005/8/layout/process4"/>
    <dgm:cxn modelId="{A097FEEE-6307-4098-980B-5AF9CD104713}" type="presParOf" srcId="{815E0CEC-3D6E-4A70-85EA-AEF548F9A0C6}" destId="{3612EC02-7570-4405-A62A-B56CF9EBE668}" srcOrd="0" destOrd="0" presId="urn:microsoft.com/office/officeart/2005/8/layout/process4"/>
    <dgm:cxn modelId="{5C5CAB09-BEC7-4C94-9E89-8BFCBF8C06D5}" type="presParOf" srcId="{815E0CEC-3D6E-4A70-85EA-AEF548F9A0C6}" destId="{87E3872A-CBFD-4577-80BB-2197C20A3224}" srcOrd="1" destOrd="0" presId="urn:microsoft.com/office/officeart/2005/8/layout/process4"/>
    <dgm:cxn modelId="{2AA8B6B2-DC52-458C-A61C-8133FCA4AC2E}" type="presParOf" srcId="{815E0CEC-3D6E-4A70-85EA-AEF548F9A0C6}" destId="{B1167A1B-C5EF-495F-815D-CFF70A98D921}" srcOrd="2" destOrd="0" presId="urn:microsoft.com/office/officeart/2005/8/layout/process4"/>
    <dgm:cxn modelId="{ECAB432F-DF50-4F27-AC4D-45A64F9CD1CE}" type="presParOf" srcId="{B1167A1B-C5EF-495F-815D-CFF70A98D921}" destId="{5A834191-5CD9-474B-B5F4-F256AAFAB048}" srcOrd="0" destOrd="0" presId="urn:microsoft.com/office/officeart/2005/8/layout/process4"/>
    <dgm:cxn modelId="{2F5B9F35-7BDA-4817-86FE-5778181D950D}" type="presParOf" srcId="{B1167A1B-C5EF-495F-815D-CFF70A98D921}" destId="{85F75059-9A84-470F-9CA1-6CD00D968B86}" srcOrd="1" destOrd="0" presId="urn:microsoft.com/office/officeart/2005/8/layout/process4"/>
    <dgm:cxn modelId="{25CC8029-92E3-4817-BA7A-9611FC2DDF3D}" type="presParOf" srcId="{B1167A1B-C5EF-495F-815D-CFF70A98D921}" destId="{217A3927-9762-47FD-BF21-F7F1F8E49622}" srcOrd="2" destOrd="0" presId="urn:microsoft.com/office/officeart/2005/8/layout/process4"/>
    <dgm:cxn modelId="{37D4C6F3-0EC1-4EDA-823D-9979E1A8F67B}" type="presParOf" srcId="{3B78B1D7-2822-45CE-BD7B-206BFFEE251C}" destId="{19E29EEC-1735-4DEB-8E4F-7D6DBEBEE5D9}" srcOrd="1" destOrd="0" presId="urn:microsoft.com/office/officeart/2005/8/layout/process4"/>
    <dgm:cxn modelId="{6492765F-2DF0-463B-90FB-3EEE994BADB9}" type="presParOf" srcId="{3B78B1D7-2822-45CE-BD7B-206BFFEE251C}" destId="{07D7547A-E61D-4EE1-B8F2-7FC4830B4DFD}" srcOrd="2" destOrd="0" presId="urn:microsoft.com/office/officeart/2005/8/layout/process4"/>
    <dgm:cxn modelId="{606B9583-F4F2-4C09-A1B5-68DB90396AA7}" type="presParOf" srcId="{07D7547A-E61D-4EE1-B8F2-7FC4830B4DFD}" destId="{3F384060-1C65-4003-ACE0-A26F93C6981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3872A-CBFD-4577-80BB-2197C20A3224}">
      <dsp:nvSpPr>
        <dsp:cNvPr id="0" name=""/>
        <dsp:cNvSpPr/>
      </dsp:nvSpPr>
      <dsp:spPr>
        <a:xfrm>
          <a:off x="0" y="2626263"/>
          <a:ext cx="10515600" cy="1723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 fix this, we combined the databases into 1 database, but with 3 tables</a:t>
          </a:r>
        </a:p>
      </dsp:txBody>
      <dsp:txXfrm>
        <a:off x="0" y="2626263"/>
        <a:ext cx="10515600" cy="930480"/>
      </dsp:txXfrm>
    </dsp:sp>
    <dsp:sp modelId="{5A834191-5CD9-474B-B5F4-F256AAFAB048}">
      <dsp:nvSpPr>
        <dsp:cNvPr id="0" name=""/>
        <dsp:cNvSpPr/>
      </dsp:nvSpPr>
      <dsp:spPr>
        <a:xfrm>
          <a:off x="5134" y="3522281"/>
          <a:ext cx="3501776" cy="792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38100" rIns="21336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An ingredient table</a:t>
          </a:r>
        </a:p>
      </dsp:txBody>
      <dsp:txXfrm>
        <a:off x="5134" y="3522281"/>
        <a:ext cx="3501776" cy="792631"/>
      </dsp:txXfrm>
    </dsp:sp>
    <dsp:sp modelId="{85F75059-9A84-470F-9CA1-6CD00D968B86}">
      <dsp:nvSpPr>
        <dsp:cNvPr id="0" name=""/>
        <dsp:cNvSpPr/>
      </dsp:nvSpPr>
      <dsp:spPr>
        <a:xfrm>
          <a:off x="3506911" y="3522281"/>
          <a:ext cx="3501776" cy="792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38100" rIns="21336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 recipe table</a:t>
          </a:r>
        </a:p>
      </dsp:txBody>
      <dsp:txXfrm>
        <a:off x="3506911" y="3522281"/>
        <a:ext cx="3501776" cy="792631"/>
      </dsp:txXfrm>
    </dsp:sp>
    <dsp:sp modelId="{217A3927-9762-47FD-BF21-F7F1F8E49622}">
      <dsp:nvSpPr>
        <dsp:cNvPr id="0" name=""/>
        <dsp:cNvSpPr/>
      </dsp:nvSpPr>
      <dsp:spPr>
        <a:xfrm>
          <a:off x="7008688" y="3522281"/>
          <a:ext cx="3501776" cy="792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38100" rIns="21336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 linked table</a:t>
          </a:r>
        </a:p>
      </dsp:txBody>
      <dsp:txXfrm>
        <a:off x="7008688" y="3522281"/>
        <a:ext cx="3501776" cy="792631"/>
      </dsp:txXfrm>
    </dsp:sp>
    <dsp:sp modelId="{3F384060-1C65-4003-ACE0-A26F93C6981B}">
      <dsp:nvSpPr>
        <dsp:cNvPr id="0" name=""/>
        <dsp:cNvSpPr/>
      </dsp:nvSpPr>
      <dsp:spPr>
        <a:xfrm rot="10800000">
          <a:off x="0" y="1962"/>
          <a:ext cx="10515600" cy="265014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Recipe database could not directly contain entries from the Ingredient database</a:t>
          </a:r>
        </a:p>
      </dsp:txBody>
      <dsp:txXfrm rot="10800000">
        <a:off x="0" y="1962"/>
        <a:ext cx="10515600" cy="1721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8493 7075 16383 0 0,'5'0'0'0'0,"11"0"0"0"0,23 0 0 0 0,19 0 0 0 0,19 0 0 0 0,15 0 0 0 0,3 0 0 0 0,-5 0 0 0 0,-4 0 0 0 0,-7 0 0 0 0,-11 0 0 0 0,-13 0 0 0 0,-11 0 0 0 0,-8 0 0 0 0,-5 0 0 0 0,-3 0 0 0 0,-2 0 0 0 0,1 0 0 0 0,-1 0 0 0 0,1 0 0 0 0,0 0 0 0 0,1 0 0 0 0,0 5 0 0 0,1 2 0 0 0,4-1 0 0 0,3-1 0 0 0,3-2 0 0 0,6 4 0 0 0,0 1 0 0 0,2-1 0 0 0,7-2 0 0 0,5-2 0 0 0,2-1 0 0 0,5-1 0 0 0,1-1 0 0 0,4 0 0 0 0,-1-1 0 0 0,-7 1 0 0 0,-5 0 0 0 0,-7 0 0 0 0,-7-1 0 0 0,-2 1 0 0 0,2 0 0 0 0,3 0 0 0 0,8 0 0 0 0,0 0 0 0 0,0 0 0 0 0,-4 0 0 0 0,-2 0 0 0 0,2 0 0 0 0,-4 0 0 0 0,-5 0 0 0 0,-5 0 0 0 0,-3 0 0 0 0,-3 0 0 0 0,-2 0 0 0 0,-1 0 0 0 0,0 0 0 0 0,-1 0 0 0 0,1 0 0 0 0,5 0 0 0 0,2 0 0 0 0,-1 0 0 0 0,5 0 0 0 0,4 0 0 0 0,0 0 0 0 0,-2 0 0 0 0,-3 0 0 0 0,1 0 0 0 0,0 0 0 0 0,-3 0 0 0 0,7 0 0 0 0,2 0 0 0 0,2 0 0 0 0,-1 0 0 0 0,-4 0 0 0 0,-5 0 0 0 0,-3 0 0 0 0,-3 0 0 0 0,-1 0 0 0 0,3 0 0 0 0,2 0 0 0 0,-1 0 0 0 0,-2 0 0 0 0,10 0 0 0 0,1 0 0 0 0,-1 0 0 0 0,-3 0 0 0 0,-4 0 0 0 0,-2 0 0 0 0,-2 0 0 0 0,-2 0 0 0 0,0 0 0 0 0,28 0 0 0 0,10 0 0 0 0,3 0 0 0 0,4 0 0 0 0,-1 0 0 0 0,-3 0 0 0 0,7 0 0 0 0,8 0 0 0 0,1 0 0 0 0,4 0 0 0 0,-7 0 0 0 0,0 0 0 0 0,-3 0 0 0 0,-10 0 0 0 0,1-4 0 0 0,-5-3 0 0 0,-10 1 0 0 0,-9 1 0 0 0,-3 1 0 0 0,-4 2 0 0 0,-4-4 0 0 0,-4-1 0 0 0,-1 1 0 0 0,-2 1 0 0 0,-1 2 0 0 0,0 1 0 0 0,-1 1 0 0 0,1 1 0 0 0,20 0 0 0 0,6 0 0 0 0,4 0 0 0 0,-3 1 0 0 0,-1-1 0 0 0,-6 0 0 0 0,-5 0 0 0 0,-5 0 0 0 0,-5 0 0 0 0,3 0 0 0 0,-1 0 0 0 0,-1 0 0 0 0,-2 0 0 0 0,4 0 0 0 0,1 0 0 0 0,3 0 0 0 0,5 0 0 0 0,-1 0 0 0 0,-2 0 0 0 0,-4 0 0 0 0,-3 0 0 0 0,1 0 0 0 0,1 0 0 0 0,-2 0 0 0 0,7 0 0 0 0,3 0 0 0 0,-3 0 0 0 0,-3 0 0 0 0,2 0 0 0 0,-2 0 0 0 0,-2 0 0 0 0,-3 0 0 0 0,-2 0 0 0 0,-2 0 0 0 0,-1 0 0 0 0,0 0 0 0 0,-1 0 0 0 0,5 0 0 0 0,1 0 0 0 0,1 0 0 0 0,3 0 0 0 0,5 0 0 0 0,1 0 0 0 0,-3 0 0 0 0,-4 0 0 0 0,2 0 0 0 0,0 0 0 0 0,-3 0 0 0 0,-2 0 0 0 0,-3 0 0 0 0,4 0 0 0 0,1 0 0 0 0,28 0 0 0 0,27 0 0 0 0,4 0 0 0 0,-1 0 0 0 0,-10 0 0 0 0,-1 0 0 0 0,-4 0 0 0 0,-12 0 0 0 0,-6 0 0 0 0,-5 0 0 0 0,-1 0 0 0 0,-6 0 0 0 0,-6 0 0 0 0,-6 0 0 0 0,-4 0 0 0 0,-2 0 0 0 0,-3 0 0 0 0,0 0 0 0 0,-1 0 0 0 0,1 0 0 0 0,-1 0 0 0 0,11 5 0 0 0,8 2 0 0 0,6-1 0 0 0,-1-1 0 0 0,-4-2 0 0 0,9-1 0 0 0,0 0 0 0 0,-4-2 0 0 0,-7 0 0 0 0,-1 0 0 0 0,-3 0 0 0 0,-4-1 0 0 0,-3 1 0 0 0,-2 0 0 0 0,2 0 0 0 0,1 0 0 0 0,0 0 0 0 0,-3 0 0 0 0,0 0 0 0 0,-2 0 0 0 0,4 0 0 0 0,2 0 0 0 0,-2 0 0 0 0,0 0 0 0 0,-3 0 0 0 0,0 0 0 0 0,3 0 0 0 0,2 0 0 0 0,8 0 0 0 0,7 0 0 0 0,5 0 0 0 0,2 0 0 0 0,11 0 0 0 0,13 0 0 0 0,7 0 0 0 0,-2 0 0 0 0,0 0 0 0 0,3 0 0 0 0,16 0 0 0 0,5 0 0 0 0,-7 0 0 0 0,-16 0 0 0 0,-14 0 0 0 0,-14 0 0 0 0,-13-5 0 0 0,-9-2 0 0 0,-6 1 0 0 0,-4 1 0 0 0,-2 2 0 0 0,0 1 0 0 0,0 0 0 0 0,1 2 0 0 0,0 0 0 0 0,0 0 0 0 0,2 0 0 0 0,-1 1 0 0 0,1-1 0 0 0,-1 0 0 0 0,1 0 0 0 0,0 0 0 0 0,0 0 0 0 0,-1 0 0 0 0,6 0 0 0 0,1 0 0 0 0,0 0 0 0 0,-2 0 0 0 0,-1 0 0 0 0,-1-5 0 0 0,4-1 0 0 0,10 0 0 0 0,3 1 0 0 0,12 1 0 0 0,1 2 0 0 0,0 1 0 0 0,-1 0 0 0 0,0 1 0 0 0,-2 1 0 0 0,10-11 0 0 0,12-3 0 0 0,2 1 0 0 0,-7 3 0 0 0,-12 2 0 0 0,-12 2 0 0 0,-5 3 0 0 0,-5 1 0 0 0,-5 1 0 0 0,-4 0 0 0 0,8 1 0 0 0,11-1 0 0 0,2 1 0 0 0,2-1 0 0 0,1 0 0 0 0,-4 0 0 0 0,-2 0 0 0 0,-3 0 0 0 0,-6 0 0 0 0,1 0 0 0 0,-3 0 0 0 0,-3 0 0 0 0,-2 0 0 0 0,-3 0 0 0 0,-1 0 0 0 0,-1 0 0 0 0,-1 0 0 0 0,0 0 0 0 0,5 0 0 0 0,2 0 0 0 0,-1 0 0 0 0,0 0 0 0 0,2 0 0 0 0,2 0 0 0 0,-2 0 0 0 0,-2 0 0 0 0,7 0 0 0 0,3 0 0 0 0,-2 0 0 0 0,-3 0 0 0 0,-4 0 0 0 0,-2 0 0 0 0,-3 0 0 0 0,0 0 0 0 0,3 0 0 0 0,1 0 0 0 0,0 0 0 0 0,4 0 0 0 0,0 0 0 0 0,4 0 0 0 0,-1 0 0 0 0,-2 0 0 0 0,-4 0 0 0 0,-1 0 0 0 0,6 0 0 0 0,8 0 0 0 0,14 0 0 0 0,1 0 0 0 0,1 0 0 0 0,-7 0 0 0 0,-7 0 0 0 0,-8 0 0 0 0,-6 0 0 0 0,15 0 0 0 0,4 0 0 0 0,-3 0 0 0 0,-5 0 0 0 0,-6 0 0 0 0,-5 0 0 0 0,-3 0 0 0 0,1 0 0 0 0,6 0 0 0 0,5 0 0 0 0,10 0 0 0 0,0 0 0 0 0,11 0 0 0 0,12 0 0 0 0,4 0 0 0 0,2 0 0 0 0,-8 0 0 0 0,-7 0 0 0 0,-11 0 0 0 0,-11 0 0 0 0,-7 0 0 0 0,-7 0 0 0 0,-3 0 0 0 0,-3 0 0 0 0,0 0 0 0 0,0 0 0 0 0,-1 0 0 0 0,2 0 0 0 0,-1 0 0 0 0,6 0 0 0 0,2 0 0 0 0,0 0 0 0 0,-1 0 0 0 0,-2 0 0 0 0,-1 0 0 0 0,-1 0 0 0 0,-1 0 0 0 0,-1 0 0 0 0,1 0 0 0 0,-1 0 0 0 0,0 0 0 0 0,1 0 0 0 0,-1 0 0 0 0,1 0 0 0 0,4 0 0 0 0,7 0 0 0 0,1 0 0 0 0,4 0 0 0 0,8 0 0 0 0,10 0 0 0 0,5 0 0 0 0,-1 0 0 0 0,8 0 0 0 0,12 0 0 0 0,-6 0 0 0 0,4 0 0 0 0,-7 0 0 0 0,-13 0 0 0 0,-13 0 0 0 0,-5 0 0 0 0,5 0 0 0 0,-3 0 0 0 0,0 0 0 0 0,-2 0 0 0 0,-1 0 0 0 0,-2 0 0 0 0,0 0 0 0 0,3 0 0 0 0,3 0 0 0 0,-2 0 0 0 0,10 0 0 0 0,0 0 0 0 0,-4 0 0 0 0,-8 0 0 0 0,-1 0 0 0 0,2 0 0 0 0,-4 0 0 0 0,-2 0 0 0 0,-5 0 0 0 0,-3 0 0 0 0,-2 0 0 0 0,-2 0 0 0 0,-1 0 0 0 0,0 0 0 0 0,0 0 0 0 0,0 0 0 0 0,5 0 0 0 0,2 0 0 0 0,-1 0 0 0 0,4 0 0 0 0,6 0 0 0 0,-1 0 0 0 0,18 0 0 0 0,7 0 0 0 0,-2 0 0 0 0,-4 0 0 0 0,-6 0 0 0 0,-9 0 0 0 0,-7 0 0 0 0,-5 0 0 0 0,-5 0 0 0 0,-1 0 0 0 0,-2 0 0 0 0,0 0 0 0 0,0 0 0 0 0,1 0 0 0 0,-1 0 0 0 0,2 0 0 0 0,4 0 0 0 0,2 0 0 0 0,0 0 0 0 0,-2 0 0 0 0,-1 0 0 0 0,-1 0 0 0 0,-1 0 0 0 0,-1 0 0 0 0,5 0 0 0 0,1 0 0 0 0,-1 0 0 0 0,-1 0 0 0 0,4 0 0 0 0,5 0 0 0 0,5 0 0 0 0,0 0 0 0 0,11 0 0 0 0,0 0 0 0 0,6 0 0 0 0,5 0 0 0 0,7 0 0 0 0,4 0 0 0 0,-1 0 0 0 0,-10 0 0 0 0,-6-4 0 0 0,-9-3 0 0 0,-5 1 0 0 0,-5 1 0 0 0,-5 1 0 0 0,0 2 0 0 0,-1 1 0 0 0,6 1 0 0 0,2 0 0 0 0,3 0 0 0 0,-3 0 0 0 0,1 0 0 0 0,2 1 0 0 0,-2-1 0 0 0,-5 0 0 0 0,6 0 0 0 0,-1 0 0 0 0,-4 0 0 0 0,1 0 0 0 0,3 0 0 0 0,-2 0 0 0 0,-4 0 0 0 0,-4 0 0 0 0,-3 0 0 0 0,-3 0 0 0 0,-1 0 0 0 0,-2 0 0 0 0,0 0 0 0 0,0 0 0 0 0,0 0 0 0 0,0 0 0 0 0,0 0 0 0 0,0 0 0 0 0,1 0 0 0 0,4 0 0 0 0,2 0 0 0 0,5 0 0 0 0,0 0 0 0 0,-1 0 0 0 0,-4 0 0 0 0,-1 0 0 0 0,-3 0 0 0 0,-1 0 0 0 0,-1 0 0 0 0,-1 0 0 0 0,5 0 0 0 0,1 0 0 0 0,1 0 0 0 0,-2 0 0 0 0,-1 0 0 0 0,-1 0 0 0 0,-2 0 0 0 0,0 0 0 0 0,0 0 0 0 0,-1 0 0 0 0,1 0 0 0 0,-1 0 0 0 0,1 0 0 0 0,-1 0 0 0 0,1 0 0 0 0,-1 0 0 0 0,25 0 0 0 0,23 0 0 0 0,17 0 0 0 0,-2 0 0 0 0,4 0 0 0 0,-6 0 0 0 0,-3 0 0 0 0,-6 0 0 0 0,-12 0 0 0 0,-8 0 0 0 0,-4 0 0 0 0,-7 0 0 0 0,-7 0 0 0 0,-6 0 0 0 0,1 0 0 0 0,-1 0 0 0 0,8 0 0 0 0,2 0 0 0 0,-3 0 0 0 0,11 0 0 0 0,40 0 0 0 0,14 0 0 0 0,-7 0 0 0 0,-10 0 0 0 0,-16 0 0 0 0,-17 0 0 0 0,-12 0 0 0 0,-10 0 0 0 0,-5 0 0 0 0,6 0 0 0 0,1 0 0 0 0,0 0 0 0 0,7 0 0 0 0,2 0 0 0 0,2 0 0 0 0,2 0 0 0 0,8 0 0 0 0,-2 0 0 0 0,4 0 0 0 0,2 0 0 0 0,-6 0 0 0 0,-7 0 0 0 0,-7 0 0 0 0,-2 0 0 0 0,-2 0 0 0 0,-3 0 0 0 0,-4 0 0 0 0,-1 0 0 0 0,-2 0 0 0 0,0 0 0 0 0,-1 0 0 0 0,5 0 0 0 0,1 0 0 0 0,1 0 0 0 0,-2 0 0 0 0,9 0 0 0 0,1 0 0 0 0,-1 0 0 0 0,2 0 0 0 0,8 0 0 0 0,0 0 0 0 0,-4 0 0 0 0,-5 0 0 0 0,4 0 0 0 0,0 0 0 0 0,-4-5 0 0 0,-4-2 0 0 0,1 1 0 0 0,-2 1 0 0 0,-2 2 0 0 0,3 1 0 0 0,-1 0 0 0 0,-2 2 0 0 0,-2 0 0 0 0,3 0 0 0 0,0 0 0 0 0,-2 1 0 0 0,-1-1 0 0 0,-3 0 0 0 0,0 0 0 0 0,-2 0 0 0 0,10 0 0 0 0,2 0 0 0 0,0 0 0 0 0,-3 0 0 0 0,-3 0 0 0 0,-2 0 0 0 0,-2 0 0 0 0,3 0 0 0 0,1 0 0 0 0,-1 0 0 0 0,-1 0 0 0 0,-1 0 0 0 0,-2 0 0 0 0,0 0 0 0 0,8 0 0 0 0,4 0 0 0 0,4 0 0 0 0,-2 0 0 0 0,-2 0 0 0 0,-4 0 0 0 0,-4 0 0 0 0,2 0 0 0 0,1 0 0 0 0,-2 0 0 0 0,-2 0 0 0 0,-2 0 0 0 0,-6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25241 15372 16383 0 0,'5'0'0'0'0,"11"0"0"0"0,8 0 0 0 0,10 0 0 0 0,8 0 0 0 0,2 0 0 0 0,4 0 0 0 0,-2 0 0 0 0,1 0 0 0 0,-2 0 0 0 0,-5 0 0 0 0,-3 0 0 0 0,-4 0 0 0 0,-3 0 0 0 0,-1 0 0 0 0,0 0 0 0 0,-1 0 0 0 0,-1 0 0 0 0,1 0 0 0 0,0 0 0 0 0,1 0 0 0 0,-1 0 0 0 0,-4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14790 11042 16383 0 0,'0'5'0'0'0,"5"1"0"0"0,11 0 0 0 0,18-1 0 0 0,12-1 0 0 0,4 3 0 0 0,-2 1 0 0 0,-4-2 0 0 0,-5-1 0 0 0,-5-1 0 0 0,-2-3 0 0 0,-2 0 0 0 0,-2 0 0 0 0,0-2 0 0 0,5 6 0 0 0,1 1 0 0 0,0 0 0 0 0,4-1 0 0 0,0-2 0 0 0,-1-1 0 0 0,-2-1 0 0 0,2 0 0 0 0,1-1 0 0 0,-3 0 0 0 0,-1-1 0 0 0,-2 1 0 0 0,-1 0 0 0 0,-2 0 0 0 0,0 0 0 0 0,-1 0 0 0 0,0 0 0 0 0,0 0 0 0 0,1 0 0 0 0,-1 0 0 0 0,0 0 0 0 0,1 0 0 0 0,0 0 0 0 0,-1 0 0 0 0,1 0 0 0 0,-1 0 0 0 0,1 0 0 0 0,0 0 0 0 0,-1 0 0 0 0,1 0 0 0 0,-1 0 0 0 0,1 0 0 0 0,0 0 0 0 0,-1 0 0 0 0,1 0 0 0 0,4 0 0 0 0,7 0 0 0 0,2 0 0 0 0,17-5 0 0 0,9-2 0 0 0,2 1 0 0 0,-6 1 0 0 0,-8 2 0 0 0,-10 0 0 0 0,-7 2 0 0 0,-6 1 0 0 0,-3 0 0 0 0,-2 0 0 0 0,-1 0 0 0 0,0 1 0 0 0,0-1 0 0 0,0 0 0 0 0,1 0 0 0 0,0 0 0 0 0,0 0 0 0 0,6 0 0 0 0,1 0 0 0 0,5 0 0 0 0,0 0 0 0 0,8 0 0 0 0,1 0 0 0 0,11 0 0 0 0,5 0 0 0 0,2 0 0 0 0,4 0 0 0 0,4 0 0 0 0,4 0 0 0 0,8 0 0 0 0,9 0 0 0 0,-7 0 0 0 0,-5 0 0 0 0,-10 0 0 0 0,-15 0 0 0 0,-11 0 0 0 0,-9 0 0 0 0,-7 0 0 0 0,-4 0 0 0 0,-1 0 0 0 0,-1 0 0 0 0,0 0 0 0 0,1 0 0 0 0,0 0 0 0 0,1 0 0 0 0,0 0 0 0 0,0 0 0 0 0,1 0 0 0 0,0 0 0 0 0,-1 0 0 0 0,6 0 0 0 0,1 0 0 0 0,0 0 0 0 0,-2 0 0 0 0,0 0 0 0 0,-3 0 0 0 0,0 0 0 0 0,-1 0 0 0 0,5 0 0 0 0,1 0 0 0 0,-1 0 0 0 0,-1 0 0 0 0,4 0 0 0 0,0 0 0 0 0,-1 0 0 0 0,-2 0 0 0 0,-2 0 0 0 0,-1 0 0 0 0,-2 0 0 0 0,0 0 0 0 0,0 0 0 0 0,-1 0 0 0 0,0 0 0 0 0,0 0 0 0 0,1 0 0 0 0,-1 0 0 0 0,1 0 0 0 0,9 0 0 0 0,8 0 0 0 0,2 0 0 0 0,-3 0 0 0 0,-5 0 0 0 0,-3 0 0 0 0,-4 0 0 0 0,-2 0 0 0 0,-2 0 0 0 0,-1 0 0 0 0,0 0 0 0 0,0 0 0 0 0,-1 0 0 0 0,1 0 0 0 0,1 0 0 0 0,4 0 0 0 0,2 0 0 0 0,0 0 0 0 0,-2 0 0 0 0,-1 0 0 0 0,-1 0 0 0 0,-1 0 0 0 0,-1 0 0 0 0,0 0 0 0 0,-1 0 0 0 0,5 0 0 0 0,7 0 0 0 0,1 0 0 0 0,18 0 0 0 0,4 0 0 0 0,-4 0 0 0 0,-7 0 0 0 0,-8 0 0 0 0,-1 0 0 0 0,-3 0 0 0 0,1 0 0 0 0,8 0 0 0 0,6 0 0 0 0,-2 0 0 0 0,9 0 0 0 0,0 0 0 0 0,-6 0 0 0 0,-8 0 0 0 0,-8 0 0 0 0,-4 0 0 0 0,-5 0 0 0 0,2 0 0 0 0,1 0 0 0 0,0 0 0 0 0,-2 0 0 0 0,-1 0 0 0 0,-1 0 0 0 0,-1 0 0 0 0,0 0 0 0 0,14 0 0 0 0,10 0 0 0 0,5 0 0 0 0,12 0 0 0 0,0 0 0 0 0,-3 0 0 0 0,-3 0 0 0 0,-8 0 0 0 0,-3 0 0 0 0,-6 0 0 0 0,-6 0 0 0 0,-5 0 0 0 0,-4 0 0 0 0,-3 0 0 0 0,-1 0 0 0 0,0 0 0 0 0,-1 0 0 0 0,1 0 0 0 0,0 0 0 0 0,0 0 0 0 0,5 0 0 0 0,2 0 0 0 0,0 0 0 0 0,-2 0 0 0 0,-1 0 0 0 0,-1 0 0 0 0,-1 0 0 0 0,-1 0 0 0 0,0 0 0 0 0,4 0 0 0 0,2 0 0 0 0,4 0 0 0 0,11 0 0 0 0,1 0 0 0 0,2 0 0 0 0,1 0 0 0 0,-3 0 0 0 0,-5 0 0 0 0,-2 0 0 0 0,-2 0 0 0 0,-5-5 0 0 0,-2-1 0 0 0,-4 0 0 0 0,-1 1 0 0 0,-1 1 0 0 0,-1 2 0 0 0,0 1 0 0 0,4 0 0 0 0,3 1 0 0 0,-1 0 0 0 0,0 1 0 0 0,2-1 0 0 0,2 0 0 0 0,-2 0 0 0 0,2 0 0 0 0,1 1 0 0 0,3-1 0 0 0,-1 0 0 0 0,2 0 0 0 0,-1 0 0 0 0,-3 0 0 0 0,-3-1 0 0 0,-3 1 0 0 0,-2 0 0 0 0,-2 0 0 0 0,5 0 0 0 0,0 0 0 0 0,0 0 0 0 0,4 0 0 0 0,0 0 0 0 0,-1 0 0 0 0,-2 0 0 0 0,-3 0 0 0 0,-1 0 0 0 0,-2 0 0 0 0,0 0 0 0 0,0 0 0 0 0,-1 0 0 0 0,5 0 0 0 0,16 0 0 0 0,5 0 0 0 0,3 0 0 0 0,-4 0 0 0 0,-5 0 0 0 0,-2 0 0 0 0,-3 0 0 0 0,-5 0 0 0 0,-3 0 0 0 0,-4 0 0 0 0,-1 0 0 0 0,-1 0 0 0 0,-1 0 0 0 0,-1 0 0 0 0,1 0 0 0 0,0 0 0 0 0,0 0 0 0 0,1 0 0 0 0,4 0 0 0 0,2 0 0 0 0,5 0 0 0 0,0 0 0 0 0,8 0 0 0 0,5 0 0 0 0,0 0 0 0 0,-6 0 0 0 0,-5 0 0 0 0,-5 0 0 0 0,-5 0 0 0 0,-1 0 0 0 0,-3 0 0 0 0,0 0 0 0 0,0 0 0 0 0,-1 0 0 0 0,1 0 0 0 0,0 0 0 0 0,5 0 0 0 0,2 0 0 0 0,4 0 0 0 0,6 0 0 0 0,5 0 0 0 0,-1 0 0 0 0,0 0 0 0 0,-3 0 0 0 0,1 0 0 0 0,-4 0 0 0 0,-3 0 0 0 0,1 0 0 0 0,-2 0 0 0 0,-3 0 0 0 0,-2 0 0 0 0,3 0 0 0 0,4 0 0 0 0,1 0 0 0 0,-3 0 0 0 0,8 0 0 0 0,-1 0 0 0 0,3 0 0 0 0,-3 0 0 0 0,1 0 0 0 0,2 0 0 0 0,8 0 0 0 0,-2 0 0 0 0,0 0 0 0 0,-5 0 0 0 0,-5 0 0 0 0,-6 0 0 0 0,0 0 0 0 0,-2 0 0 0 0,-2 0 0 0 0,3 0 0 0 0,-1 0 0 0 0,-1 0 0 0 0,3 0 0 0 0,-1 0 0 0 0,-1 0 0 0 0,2 5 0 0 0,-1 2 0 0 0,-1-1 0 0 0,2 4 0 0 0,0 0 0 0 0,-2-2 0 0 0,-3-2 0 0 0,-2-2 0 0 0,-1-1 0 0 0,-2-2 0 0 0,0-1 0 0 0,-1-1 0 0 0,5 1 0 0 0,2 0 0 0 0,28-1 0 0 0,19 1 0 0 0,0 0 0 0 0,-4 0 0 0 0,-11 0 0 0 0,-2 0 0 0 0,3 0 0 0 0,-6 0 0 0 0,2 0 0 0 0,-6 0 0 0 0,-7 0 0 0 0,-3 0 0 0 0,4 0 0 0 0,0 0 0 0 0,-1 0 0 0 0,-3 0 0 0 0,-5 0 0 0 0,-6 0 0 0 0,-3 0 0 0 0,-3 0 0 0 0,-2 0 0 0 0,4 0 0 0 0,1 0 0 0 0,4 0 0 0 0,2 0 0 0 0,-3 0 0 0 0,-1 0 0 0 0,-3 0 0 0 0,-2 0 0 0 0,3 0 0 0 0,16 0 0 0 0,4 0 0 0 0,-2 0 0 0 0,-1 0 0 0 0,2 0 0 0 0,-4 0 0 0 0,-1 0 0 0 0,2 0 0 0 0,1 0 0 0 0,8 0 0 0 0,2 0 0 0 0,-3 0 0 0 0,-8 0 0 0 0,-6 0 0 0 0,-7 0 0 0 0,-4 0 0 0 0,-3 0 0 0 0,-2 0 0 0 0,-1 0 0 0 0,0 0 0 0 0,1 0 0 0 0,19 0 0 0 0,26 0 0 0 0,11 0 0 0 0,0 0 0 0 0,1 0 0 0 0,0-10 0 0 0,1-3 0 0 0,-5-4 0 0 0,3 0 0 0 0,-7 4 0 0 0,-8 4 0 0 0,-10 3 0 0 0,-11 3 0 0 0,-8 2 0 0 0,-6 1 0 0 0,-4 0 0 0 0,-3 1 0 0 0,0 0 0 0 0,4-1 0 0 0,2 1 0 0 0,6-1 0 0 0,10 0 0 0 0,6 0 0 0 0,4 0 0 0 0,2 0 0 0 0,10-5 0 0 0,7-1 0 0 0,0-1 0 0 0,-8 2 0 0 0,-2 2 0 0 0,-7 1 0 0 0,-9-4 0 0 0,-4-1 0 0 0,-5 1 0 0 0,-5 1 0 0 0,-4 2 0 0 0,-3 1 0 0 0,-2 1 0 0 0,3 0 0 0 0,3 1 0 0 0,3 1 0 0 0,11-1 0 0 0,7 0 0 0 0,-2 0 0 0 0,-5 1 0 0 0,-6-1 0 0 0,0-5 0 0 0,-3-2 0 0 0,-9-4 0 0 0,1 0 0 0 0,0 1 0 0 0,9 3 0 0 0,2 2 0 0 0,-2 3 0 0 0,-2 0 0 0 0,-8 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19950 15319 16383 0 0,'4'0'0'0'0,"8"0"0"0"0,5 0 0 0 0,11 0 0 0 0,4 0 0 0 0,2 0 0 0 0,1 0 0 0 0,-2 0 0 0 0,-1 0 0 0 0,-1 0 0 0 0,-1 0 0 0 0,-1 0 0 0 0,0 0 0 0 0,-1 0 0 0 0,0 0 0 0 0,1 0 0 0 0,-1 0 0 0 0,1 0 0 0 0,-1 0 0 0 0,1 0 0 0 0,-6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20003 16351 16383 0 0,'4'0'0'0'0,"8"0"0"0"0,5 0 0 0 0,6 0 0 0 0,3 0 0 0 0,2 0 0 0 0,1 0 0 0 0,1 0 0 0 0,0 0 0 0 0,0 0 0 0 0,-1 0 0 0 0,0 0 0 0 0,0 0 0 0 0,0 0 0 0 0,-1 0 0 0 0,1 0 0 0 0,-1 0 0 0 0,-4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25268 16351 16383 0 0,'9'0'0'0'0,"9"0"0"0"0,6 5 0 0 0,8 2 0 0 0,4-1 0 0 0,1-1 0 0 0,-2-2 0 0 0,-1-1 0 0 0,-2 0 0 0 0,-1-2 0 0 0,-2 0 0 0 0,0 0 0 0 0,0 0 0 0 0,-1-1 0 0 0,0 1 0 0 0,1 0 0 0 0,-6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8546 7990 16383 0 0,'5'0'0'0'0,"6"0"0"0"0,7 0 0 0 0,4 0 0 0 0,4 0 0 0 0,2 0 0 0 0,2 0 0 0 0,0 0 0 0 0,-1 5 0 0 0,1 2 0 0 0,9-1 0 0 0,3 4 0 0 0,4 0 0 0 0,9-2 0 0 0,5-2 0 0 0,1-2 0 0 0,11-2 0 0 0,-3-1 0 0 0,-3 0 0 0 0,-8-2 0 0 0,-4 1 0 0 0,-6 0 0 0 0,-7-1 0 0 0,-5 1 0 0 0,-4 0 0 0 0,-3 0 0 0 0,-1 0 0 0 0,0 0 0 0 0,-1 0 0 0 0,1 0 0 0 0,-1 0 0 0 0,1 0 0 0 0,1 4 0 0 0,-1 3 0 0 0,1-1 0 0 0,-1-1 0 0 0,6 3 0 0 0,20 6 0 0 0,7 0 0 0 0,12 2 0 0 0,13-1 0 0 0,7-3 0 0 0,1-4 0 0 0,0-3 0 0 0,-6-3 0 0 0,1-1 0 0 0,-9-1 0 0 0,-10 0 0 0 0,-10-1 0 0 0,-12 0 0 0 0,-8 1 0 0 0,-7-1 0 0 0,-4 1 0 0 0,-2 0 0 0 0,0 0 0 0 0,-1 0 0 0 0,6 0 0 0 0,2 0 0 0 0,4 0 0 0 0,7 0 0 0 0,4 0 0 0 0,9 0 0 0 0,5 0 0 0 0,-5 0 0 0 0,-1 0 0 0 0,-2 0 0 0 0,-4 0 0 0 0,-7 0 0 0 0,0 0 0 0 0,-4 0 0 0 0,-3 0 0 0 0,-3 0 0 0 0,-3 0 0 0 0,4 0 0 0 0,0 0 0 0 0,-1 0 0 0 0,-1 0 0 0 0,3 0 0 0 0,6 0 0 0 0,5 0 0 0 0,19 0 0 0 0,3 0 0 0 0,-1 0 0 0 0,-6 0 0 0 0,-5 0 0 0 0,-2 0 0 0 0,-5 0 0 0 0,-2 0 0 0 0,-4 0 0 0 0,-5 0 0 0 0,-3 0 0 0 0,-4 0 0 0 0,-3 0 0 0 0,0 0 0 0 0,13 0 0 0 0,6 0 0 0 0,8 0 0 0 0,9 0 0 0 0,4 0 0 0 0,-1 0 0 0 0,9 0 0 0 0,-1 0 0 0 0,27 0 0 0 0,1 0 0 0 0,-9 0 0 0 0,-14 0 0 0 0,-17 0 0 0 0,-14 0 0 0 0,-6 0 0 0 0,-6 0 0 0 0,-4 0 0 0 0,-3 0 0 0 0,3 0 0 0 0,0 0 0 0 0,0 0 0 0 0,-2 0 0 0 0,14 0 0 0 0,4 0 0 0 0,-3 0 0 0 0,-3 0 0 0 0,0 0 0 0 0,2 0 0 0 0,-1 0 0 0 0,-4 0 0 0 0,-4 0 0 0 0,-4 0 0 0 0,-1 0 0 0 0,-3 0 0 0 0,-1 0 0 0 0,0 0 0 0 0,0 0 0 0 0,19 0 0 0 0,7 0 0 0 0,-1 0 0 0 0,0 0 0 0 0,6 0 0 0 0,3 0 0 0 0,0 0 0 0 0,-1 0 0 0 0,4 0 0 0 0,-4 0 0 0 0,-7 0 0 0 0,-9 0 0 0 0,-2 0 0 0 0,-3 0 0 0 0,-4 0 0 0 0,-3 0 0 0 0,3 0 0 0 0,0 0 0 0 0,-2 0 0 0 0,-1 0 0 0 0,8 0 0 0 0,2 0 0 0 0,-1 0 0 0 0,-3 0 0 0 0,1 0 0 0 0,-1 0 0 0 0,-2 0 0 0 0,-3 0 0 0 0,-2 0 0 0 0,-2 0 0 0 0,0 0 0 0 0,3 0 0 0 0,2 0 0 0 0,4 0 0 0 0,0 0 0 0 0,4 0 0 0 0,-1 0 0 0 0,2 0 0 0 0,4 0 0 0 0,3 0 0 0 0,2 0 0 0 0,7 0 0 0 0,-1 0 0 0 0,3 0 0 0 0,-4 0 0 0 0,-7 0 0 0 0,-2 0 0 0 0,-5 0 0 0 0,-4 0 0 0 0,-1 0 0 0 0,-1 0 0 0 0,3 0 0 0 0,-1 0 0 0 0,2 0 0 0 0,-1 0 0 0 0,3 0 0 0 0,8 0 0 0 0,4 0 0 0 0,4 0 0 0 0,0 0 0 0 0,-4 0 0 0 0,-8 0 0 0 0,-7 0 0 0 0,-5 0 0 0 0,-4 0 0 0 0,-3 0 0 0 0,14 0 0 0 0,18 0 0 0 0,4 0 0 0 0,6 0 0 0 0,5 0 0 0 0,9 0 0 0 0,0 0 0 0 0,-10 0 0 0 0,2-5 0 0 0,-7-1 0 0 0,-6 0 0 0 0,-4-4 0 0 0,-8 0 0 0 0,-7 1 0 0 0,-7 3 0 0 0,-4 2 0 0 0,-4 2 0 0 0,-2 1 0 0 0,-1 1 0 0 0,0 5 0 0 0,0 2 0 0 0,1-1 0 0 0,0 0 0 0 0,0-2 0 0 0,0-2 0 0 0,1-1 0 0 0,0 0 0 0 0,-1-1 0 0 0,1 0 0 0 0,29 4 0 0 0,9 7 0 0 0,4 2 0 0 0,8-2 0 0 0,1-3 0 0 0,-3-2 0 0 0,0-3 0 0 0,-9-1 0 0 0,-1-2 0 0 0,-7 0 0 0 0,-9-1 0 0 0,-8 1 0 0 0,-7-1 0 0 0,-4 1 0 0 0,-4 0 0 0 0,0 0 0 0 0,-1 0 0 0 0,5 0 0 0 0,1 0 0 0 0,1 4 0 0 0,4 3 0 0 0,5-1 0 0 0,0-1 0 0 0,-2-1 0 0 0,2-2 0 0 0,2 4 0 0 0,0 1 0 0 0,-4-1 0 0 0,1-1 0 0 0,-1-2 0 0 0,-4-1 0 0 0,-2-1 0 0 0,-3-1 0 0 0,-2 0 0 0 0,-1 0 0 0 0,-1 0 0 0 0,10 4 0 0 0,3 2 0 0 0,5 0 0 0 0,-2-1 0 0 0,-2-1 0 0 0,-4-2 0 0 0,1-1 0 0 0,4 0 0 0 0,-1-1 0 0 0,-2-1 0 0 0,-3 1 0 0 0,-4 0 0 0 0,-1 0 0 0 0,-3 0 0 0 0,0-1 0 0 0,-1 1 0 0 0,0 0 0 0 0,10 0 0 0 0,8 0 0 0 0,6 0 0 0 0,3 0 0 0 0,3 0 0 0 0,1 0 0 0 0,-4 0 0 0 0,-3 0 0 0 0,-4 0 0 0 0,-7 0 0 0 0,1 0 0 0 0,7 0 0 0 0,0 0 0 0 0,-3 0 0 0 0,-5-4 0 0 0,-4-3 0 0 0,-4 1 0 0 0,-2 1 0 0 0,-2 1 0 0 0,13 2 0 0 0,10 1 0 0 0,1 1 0 0 0,1-5 0 0 0,1-2 0 0 0,-4 2 0 0 0,-6 0 0 0 0,-6 2 0 0 0,-4 1 0 0 0,-3 0 0 0 0,-3 2 0 0 0,-1 0 0 0 0,-1 0 0 0 0,1 1 0 0 0,0-1 0 0 0,4 0 0 0 0,3 0 0 0 0,-1 0 0 0 0,5 0 0 0 0,9 0 0 0 0,7 0 0 0 0,3 0 0 0 0,-3 0 0 0 0,4 0 0 0 0,6 0 0 0 0,2 0 0 0 0,-5 0 0 0 0,-4 0 0 0 0,-7 0 0 0 0,-7 0 0 0 0,-6 0 0 0 0,-5 0 0 0 0,-3 0 0 0 0,-2 0 0 0 0,-1 0 0 0 0,0 0 0 0 0,6 0 0 0 0,1 0 0 0 0,9 0 0 0 0,4 0 0 0 0,2 0 0 0 0,-2 0 0 0 0,1 0 0 0 0,-3 0 0 0 0,0 0 0 0 0,-2 0 0 0 0,-3 0 0 0 0,-5 0 0 0 0,-2 0 0 0 0,-3 0 0 0 0,-1 0 0 0 0,-1 0 0 0 0,0 0 0 0 0,5 0 0 0 0,6 0 0 0 0,7 0 0 0 0,9 0 0 0 0,6 0 0 0 0,2 0 0 0 0,-5 0 0 0 0,-2 0 0 0 0,-6 0 0 0 0,-7 0 0 0 0,-11-5 0 0 0,-5-1 0 0 0,-3 0 0 0 0,-1 1 0 0 0,1 1 0 0 0,1 2 0 0 0,6 1 0 0 0,8 0 0 0 0,16 1 0 0 0,4 1 0 0 0,2-1 0 0 0,-1 0 0 0 0,11 0 0 0 0,1 1 0 0 0,-1-1 0 0 0,-8 0 0 0 0,5 0 0 0 0,-4 0 0 0 0,-4 0 0 0 0,-2 0 0 0 0,-1-5 0 0 0,-5-2 0 0 0,-7 1 0 0 0,-2 1 0 0 0,-2 2 0 0 0,15 0 0 0 0,9 2 0 0 0,21 1 0 0 0,12 0 0 0 0,3 0 0 0 0,9 0 0 0 0,-9 1 0 0 0,-13-1 0 0 0,-15-5 0 0 0,-12-1 0 0 0,-10 0 0 0 0,-10 1 0 0 0,-6 1 0 0 0,-5 2 0 0 0,-2 1 0 0 0,-1 0 0 0 0,4 1 0 0 0,2 0 0 0 0,0 1 0 0 0,14-1 0 0 0,4 0 0 0 0,-2 0 0 0 0,6 0 0 0 0,-3 0 0 0 0,-4 0 0 0 0,-6 0 0 0 0,-5 0 0 0 0,-4 0 0 0 0,-3 0 0 0 0,-2 0 0 0 0,0 0 0 0 0,0 0 0 0 0,4 0 0 0 0,7 0 0 0 0,2 0 0 0 0,3 0 0 0 0,-1 0 0 0 0,12 0 0 0 0,2 0 0 0 0,0 0 0 0 0,1-4 0 0 0,4-3 0 0 0,-3 1 0 0 0,-6-4 0 0 0,-8 0 0 0 0,-7 2 0 0 0,-4 2 0 0 0,-4 2 0 0 0,-2 1 0 0 0,5 2 0 0 0,5 1 0 0 0,2 0 0 0 0,8 1 0 0 0,2-1 0 0 0,10 1 0 0 0,6-1 0 0 0,1 0 0 0 0,4 0 0 0 0,0 0 0 0 0,-8 0 0 0 0,-5 0 0 0 0,-7 0 0 0 0,-8 0 0 0 0,-5 0 0 0 0,-6 0 0 0 0,-2 0 0 0 0,-2 0 0 0 0,-1 0 0 0 0,0 0 0 0 0,5 0 0 0 0,2 0 0 0 0,5 0 0 0 0,1 0 0 0 0,8 0 0 0 0,10 0 0 0 0,16 0 0 0 0,3 0 0 0 0,10 0 0 0 0,-1 0 0 0 0,-1 0 0 0 0,-9 0 0 0 0,-4 0 0 0 0,-9 0 0 0 0,-10 0 0 0 0,-9-5 0 0 0,-8-1 0 0 0,-4 0 0 0 0,-4 1 0 0 0,-1 1 0 0 0,0 2 0 0 0,-1 1 0 0 0,6 0 0 0 0,2 1 0 0 0,1 1 0 0 0,-2-1 0 0 0,4 0 0 0 0,0 0 0 0 0,-1 1 0 0 0,-2-1 0 0 0,-2 0 0 0 0,-1 0 0 0 0,-2 0 0 0 0,0 0 0 0 0,14 0 0 0 0,15 0 0 0 0,1 0 0 0 0,-3 0 0 0 0,-7 0 0 0 0,-7 0 0 0 0,-1 0 0 0 0,3 0 0 0 0,3 0 0 0 0,-2 0 0 0 0,2 0 0 0 0,12 0 0 0 0,6 0 0 0 0,-3 0 0 0 0,-3 0 0 0 0,-6 0 0 0 0,-8 0 0 0 0,-6 0 0 0 0,-5 0 0 0 0,-4 0 0 0 0,4 0 0 0 0,5 0 0 0 0,10 0 0 0 0,12 0 0 0 0,1 0 0 0 0,8 0 0 0 0,3 0 0 0 0,3 0 0 0 0,3 0 0 0 0,-1 0 0 0 0,-5 0 0 0 0,4 0 0 0 0,-5 0 0 0 0,-10 0 0 0 0,-12 0 0 0 0,-8 0 0 0 0,-7 0 0 0 0,-5 0 0 0 0,3 0 0 0 0,0 0 0 0 0,4 0 0 0 0,2 0 0 0 0,12 0 0 0 0,3 0 0 0 0,2 0 0 0 0,-3 0 0 0 0,-2 0 0 0 0,-4 0 0 0 0,-5 0 0 0 0,-6 0 0 0 0,2 0 0 0 0,-1 0 0 0 0,-2 0 0 0 0,-2 0 0 0 0,7 0 0 0 0,3 0 0 0 0,8 0 0 0 0,1 0 0 0 0,0 4 0 0 0,12 3 0 0 0,-1-1 0 0 0,-6-1 0 0 0,-8-1 0 0 0,-2-2 0 0 0,-5-1 0 0 0,-4-1 0 0 0,-4 0 0 0 0,-3 0 0 0 0,-2 0 0 0 0,5 0 0 0 0,34 0 0 0 0,21-1 0 0 0,19 1 0 0 0,11 0 0 0 0,0 0 0 0 0,-6 0 0 0 0,3 0 0 0 0,-15 0 0 0 0,-14 0 0 0 0,-16-5 0 0 0,-17-1 0 0 0,-12 0 0 0 0,-8-4 0 0 0,-5 0 0 0 0,-3 2 0 0 0,-1 1 0 0 0,1 3 0 0 0,0 2 0 0 0,1 1 0 0 0,0 1 0 0 0,1 0 0 0 0,0 1 0 0 0,1-1 0 0 0,0 1 0 0 0,-1-1 0 0 0,1 0 0 0 0,0 0 0 0 0,0 0 0 0 0,-1 0 0 0 0,1 0 0 0 0,-1 0 0 0 0,1 0 0 0 0,4 0 0 0 0,7 0 0 0 0,2 0 0 0 0,-3 0 0 0 0,3 0 0 0 0,-1 0 0 0 0,-3 0 0 0 0,-2 0 0 0 0,1 0 0 0 0,0 0 0 0 0,-1 0 0 0 0,-3 0 0 0 0,4 0 0 0 0,-1 0 0 0 0,0 0 0 0 0,-3 0 0 0 0,-1 0 0 0 0,-1 0 0 0 0,3 0 0 0 0,1 0 0 0 0,0 0 0 0 0,3 0 0 0 0,0 0 0 0 0,-1 0 0 0 0,-3 0 0 0 0,3 0 0 0 0,1 0 0 0 0,-3 0 0 0 0,-1 0 0 0 0,-2 0 0 0 0,-2 0 0 0 0,0 0 0 0 0,-6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25135 17304 16383 0 0,'5'0'0'0'0,"7"0"0"0"0,10 0 0 0 0,12 0 0 0 0,4 0 0 0 0,2 0 0 0 0,-2 0 0 0 0,-3 0 0 0 0,-2 0 0 0 0,-1 0 0 0 0,-2 0 0 0 0,-2 0 0 0 0,1 0 0 0 0,4 0 0 0 0,6 0 0 0 0,2 0 0 0 0,-1 0 0 0 0,-3 0 0 0 0,-3 0 0 0 0,-2 0 0 0 0,-2 0 0 0 0,-6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14684 12556 16383 0 0,'5'-4'0'0'0,"7"-3"0"0"0,10 1 0 0 0,21 1 0 0 0,14 1 0 0 0,6 2 0 0 0,-3 1 0 0 0,4 1 0 0 0,-5 0 0 0 0,-7 0 0 0 0,-3 0 0 0 0,-5 0 0 0 0,-5 1 0 0 0,-5-1 0 0 0,-2 0 0 0 0,-3 0 0 0 0,0 0 0 0 0,-2 0 0 0 0,1 0 0 0 0,0 0 0 0 0,0 0 0 0 0,0 0 0 0 0,0 0 0 0 0,1 0 0 0 0,-1 0 0 0 0,1 0 0 0 0,4 0 0 0 0,2 0 0 0 0,0 0 0 0 0,-1 0 0 0 0,-2-5 0 0 0,4-2 0 0 0,0 1 0 0 0,9 1 0 0 0,16-8 0 0 0,8-2 0 0 0,6-3 0 0 0,-5 1 0 0 0,-4 3 0 0 0,-8 5 0 0 0,-10-1 0 0 0,-3 0 0 0 0,-4 3 0 0 0,-5 2 0 0 0,-3-2 0 0 0,-2-1 0 0 0,-2 1 0 0 0,-1 2 0 0 0,0 2 0 0 0,-1 1 0 0 0,1 2 0 0 0,0 0 0 0 0,1 0 0 0 0,-1 0 0 0 0,1 0 0 0 0,4 1 0 0 0,2-1 0 0 0,0 0 0 0 0,3 0 0 0 0,1 0 0 0 0,-2 0 0 0 0,3 0 0 0 0,-1 0 0 0 0,-2 0 0 0 0,-3 0 0 0 0,-1 0 0 0 0,-3 0 0 0 0,-1 0 0 0 0,0 0 0 0 0,-1 0 0 0 0,0 0 0 0 0,5 0 0 0 0,2 0 0 0 0,0 0 0 0 0,3 0 0 0 0,5 0 0 0 0,6 0 0 0 0,17 0 0 0 0,4 0 0 0 0,-1 0 0 0 0,2 0 0 0 0,0 5 0 0 0,-9 1 0 0 0,-9 1 0 0 0,-9-2 0 0 0,-7-2 0 0 0,-5-1 0 0 0,-3 4 0 0 0,-2 1 0 0 0,0 0 0 0 0,0 2 0 0 0,5 1 0 0 0,2 3 0 0 0,5-1 0 0 0,5-2 0 0 0,1-3 0 0 0,2-2 0 0 0,-2-3 0 0 0,1-1 0 0 0,2-1 0 0 0,-2 0 0 0 0,-4-1 0 0 0,1 1 0 0 0,-2-1 0 0 0,-4 6 0 0 0,-2 1 0 0 0,-4 0 0 0 0,-1 4 0 0 0,-1 0 0 0 0,5-2 0 0 0,0 3 0 0 0,0 0 0 0 0,-1-3 0 0 0,-1-2 0 0 0,-1 3 0 0 0,-2-1 0 0 0,0-1 0 0 0,0-2 0 0 0,-1-2 0 0 0,1-1 0 0 0,4-1 0 0 0,11-1 0 0 0,4-1 0 0 0,-2 1 0 0 0,1 0 0 0 0,2-1 0 0 0,-2 1 0 0 0,-5 0 0 0 0,1 0 0 0 0,-2 0 0 0 0,-4-5 0 0 0,-2-1 0 0 0,-4-1 0 0 0,-1 2 0 0 0,-1 2 0 0 0,0 1 0 0 0,-1 1 0 0 0,0 0 0 0 0,0 1 0 0 0,0 0 0 0 0,0 1 0 0 0,1-1 0 0 0,-1 0 0 0 0,6 0 0 0 0,1 0 0 0 0,0 0 0 0 0,-2 0 0 0 0,-1 0 0 0 0,-1 0 0 0 0,-1 0 0 0 0,-1 0 0 0 0,0 0 0 0 0,-1 0 0 0 0,0 0 0 0 0,30 0 0 0 0,19 0 0 0 0,1 0 0 0 0,-2 0 0 0 0,-5 0 0 0 0,-10 0 0 0 0,-10 0 0 0 0,-8 0 0 0 0,-8 0 0 0 0,-4 0 0 0 0,-3 0 0 0 0,-1 0 0 0 0,-1 0 0 0 0,1 0 0 0 0,0 0 0 0 0,1 0 0 0 0,5 0 0 0 0,2 0 0 0 0,-1 0 0 0 0,0 0 0 0 0,3 0 0 0 0,0 0 0 0 0,-1 0 0 0 0,-2 0 0 0 0,3 0 0 0 0,1 0 0 0 0,-3 0 0 0 0,4 0 0 0 0,9 0 0 0 0,1 0 0 0 0,-2 0 0 0 0,-5 0 0 0 0,-4 0 0 0 0,-4 0 0 0 0,-3 0 0 0 0,-2 0 0 0 0,-1 0 0 0 0,0 0 0 0 0,0 0 0 0 0,0 0 0 0 0,0 0 0 0 0,0 0 0 0 0,5 0 0 0 0,2 0 0 0 0,0 0 0 0 0,-2 0 0 0 0,-1 0 0 0 0,4 0 0 0 0,0 0 0 0 0,5 0 0 0 0,4 0 0 0 0,28 0 0 0 0,8 0 0 0 0,-6 0 0 0 0,-11 0 0 0 0,-11 0 0 0 0,-10 0 0 0 0,-7 0 0 0 0,0 0 0 0 0,-2 0 0 0 0,-1 0 0 0 0,8 0 0 0 0,2 0 0 0 0,-1 0 0 0 0,1 0 0 0 0,9 0 0 0 0,5 0 0 0 0,2 0 0 0 0,-4 0 0 0 0,-1 0 0 0 0,0 0 0 0 0,-5 0 0 0 0,-6 0 0 0 0,-5 0 0 0 0,-4 0 0 0 0,-3 0 0 0 0,3 0 0 0 0,0 0 0 0 0,0 0 0 0 0,3 0 0 0 0,1 0 0 0 0,-2 0 0 0 0,-2 0 0 0 0,18 0 0 0 0,5 0 0 0 0,-3 0 0 0 0,-5 0 0 0 0,3 0 0 0 0,-2 0 0 0 0,-5 0 0 0 0,-5 0 0 0 0,-4 0 0 0 0,1 0 0 0 0,-1 0 0 0 0,3 0 0 0 0,0 0 0 0 0,-1 0 0 0 0,1 0 0 0 0,0 0 0 0 0,-2 0 0 0 0,3 0 0 0 0,-2 0 0 0 0,4 0 0 0 0,-1 0 0 0 0,-3 0 0 0 0,-3 0 0 0 0,3 0 0 0 0,-1 0 0 0 0,-1 0 0 0 0,-3 0 0 0 0,-1 0 0 0 0,-2 0 0 0 0,5 0 0 0 0,0 0 0 0 0,-1 0 0 0 0,4 0 0 0 0,0 0 0 0 0,4 0 0 0 0,-1 0 0 0 0,2 0 0 0 0,4 0 0 0 0,4 0 0 0 0,-2 0 0 0 0,0 0 0 0 0,1 0 0 0 0,-2 0 0 0 0,-5 0 0 0 0,0 0 0 0 0,-2 0 0 0 0,-4 0 0 0 0,2 0 0 0 0,0 0 0 0 0,2 0 0 0 0,-1 0 0 0 0,-2 0 0 0 0,-3 0 0 0 0,2 0 0 0 0,1 0 0 0 0,-3 0 0 0 0,4 0 0 0 0,-1 0 0 0 0,-2 0 0 0 0,-2 0 0 0 0,-1 0 0 0 0,-3 0 0 0 0,0 0 0 0 0,-2 0 0 0 0,1 0 0 0 0,-1 0 0 0 0,0 0 0 0 0,0 0 0 0 0,1 0 0 0 0,-1 0 0 0 0,1 0 0 0 0,4 0 0 0 0,2 0 0 0 0,0 0 0 0 0,-2 0 0 0 0,4 0 0 0 0,1-4 0 0 0,-2-3 0 0 0,-2 1 0 0 0,-2 1 0 0 0,-2 1 0 0 0,0 2 0 0 0,4 1 0 0 0,15 1 0 0 0,10 0 0 0 0,4 0 0 0 0,6 0 0 0 0,6 0 0 0 0,0 1 0 0 0,1-1 0 0 0,-1 0 0 0 0,5 0 0 0 0,3 0 0 0 0,8-5 0 0 0,-2-2 0 0 0,-12-4 0 0 0,-13 0 0 0 0,-14 1 0 0 0,-9-2 0 0 0,-8 1 0 0 0,-4 2 0 0 0,2 3 0 0 0,2 2 0 0 0,-1 2 0 0 0,-1 2 0 0 0,10 0 0 0 0,6 0 0 0 0,6 1 0 0 0,8-1 0 0 0,9 1 0 0 0,1-1 0 0 0,0 0 0 0 0,1 0 0 0 0,-2 0 0 0 0,-7 0 0 0 0,-5 0 0 0 0,-13-5 0 0 0,-8-1 0 0 0,-7-1 0 0 0,-2 3 0 0 0,-2 0 0 0 0,-1 2 0 0 0,1 1 0 0 0,1 0 0 0 0,0 1 0 0 0,11 0 0 0 0,3 1 0 0 0,5-1 0 0 0,9 0 0 0 0,4 0 0 0 0,3 0 0 0 0,-5 0 0 0 0,-2 0 0 0 0,-6 0 0 0 0,-6 0 0 0 0,-5 0 0 0 0,-5 0 0 0 0,-3 0 0 0 0,-2 0 0 0 0,0 0 0 0 0,4 0 0 0 0,2 5 0 0 0,5 2 0 0 0,0-1 0 0 0,4-1 0 0 0,-1-2 0 0 0,-3 0 0 0 0,-2-2 0 0 0,1-1 0 0 0,4 0 0 0 0,1 0 0 0 0,-4 0 0 0 0,3-1 0 0 0,-2 1 0 0 0,-2 0 0 0 0,-4 0 0 0 0,13 0 0 0 0,3 0 0 0 0,3 0 0 0 0,1 0 0 0 0,2 0 0 0 0,-3 0 0 0 0,-7 0 0 0 0,-6 0 0 0 0,5 0 0 0 0,0 0 0 0 0,-3 0 0 0 0,-4 0 0 0 0,-4 0 0 0 0,8 0 0 0 0,1 0 0 0 0,-2 0 0 0 0,2 0 0 0 0,-2 0 0 0 0,-3 0 0 0 0,3 0 0 0 0,-2 0 0 0 0,-3 0 0 0 0,-1 0 0 0 0,1 0 0 0 0,1 0 0 0 0,-1 0 0 0 0,-3 0 0 0 0,-1 0 0 0 0,-2 0 0 0 0,-1 0 0 0 0,0 0 0 0 0,-1 0 0 0 0,1 0 0 0 0,-1 0 0 0 0,5 0 0 0 0,2 0 0 0 0,0 0 0 0 0,-2 0 0 0 0,-1 0 0 0 0,-1 0 0 0 0,4 0 0 0 0,0 0 0 0 0,0 0 0 0 0,-2 0 0 0 0,-1 0 0 0 0,-1 0 0 0 0,-2 5 0 0 0,0 6 0 0 0,5 2 0 0 0,0-2 0 0 0,6 2 0 0 0,0 0 0 0 0,-2-4 0 0 0,-3-2 0 0 0,-1-3 0 0 0,-3-2 0 0 0,-2-2 0 0 0,0 0 0 0 0,0 0 0 0 0,-1-1 0 0 0,0 1 0 0 0,0-1 0 0 0,5 6 0 0 0,2 1 0 0 0,0 0 0 0 0,-2-1 0 0 0,4 4 0 0 0,1-1 0 0 0,-2 0 0 0 0,-2-3 0 0 0,-2-1 0 0 0,-2-2 0 0 0,0-1 0 0 0,-1-1 0 0 0,-1 0 0 0 0,0-1 0 0 0,1 1 0 0 0,-1-1 0 0 0,0 1 0 0 0,1 0 0 0 0,-1 0 0 0 0,-4-5 0 0 0,-2-1 0 0 0,-4-1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19950 17410 16383 0 0,'4'0'0'0'0,"8"0"0"0"0,5 0 0 0 0,6 0 0 0 0,3 0 0 0 0,2 0 0 0 0,1 0 0 0 0,1 4 0 0 0,0 3 0 0 0,0-1 0 0 0,4-1 0 0 0,1-1 0 0 0,5-2 0 0 0,1-1 0 0 0,-3-1 0 0 0,-2 0 0 0 0,-3 0 0 0 0,-2 0 0 0 0,-1 0 0 0 0,-6-1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B8E-EB19-649A-6410-B46EFB382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15F73-AD32-ABF4-5C82-EFCEB0BCB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EA4F8-E7CE-962E-38BD-D6123656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1429B-28C1-A4C9-29EF-77315B59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A47DA-FBEC-1A45-B81B-9BEE7B82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0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7E6A-205D-CD0A-1BC0-AD76CEF8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9FF1C-B462-D5F1-A992-52ADD15AF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09E0A-33F7-A0D6-2E48-93130224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2016B-2943-F569-6474-AB8C3034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23EA4-4A6D-9207-9C17-C0EBD46A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DABA-D898-6F8F-E6F6-60DD10C23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9D615-6A16-4196-5BDE-5DAB34C05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B7DCA-3168-E484-06AD-EB9EB6A0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4FED7-9C68-5C2B-3410-FFB798F1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C4D21-6486-3125-19B4-83F5B360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9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4C17-96C1-5932-85E0-0D5244AD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37E27-282E-8418-B006-1A583E0E4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D9537-C5F6-F329-DFEE-EB3C807D4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10314-416A-0E2A-2970-10557C99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5EACF-D97A-3830-8BC8-0BEC4008A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DBA87-36D2-C984-D1B6-8C020667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5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A18A-790A-C8C4-0E37-4D2AAD51C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5149A-1008-503B-ED71-2288B7C79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4E0F1-0CD3-00D7-58D1-0767E6A74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3C7C6-7BAB-45E5-945F-BA04E84BF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57CBA-A59E-49EB-24F6-E30CA8CA3C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5E30A3-F7A7-F4F8-FB5E-6D135448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9B75A-ECEC-336C-DF69-4028EC31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6CD8A-8EFE-940E-858C-11D350DA9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1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423F-6747-0F7D-7610-8CCDF1FB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8AD85-1046-D76C-08D4-011833A7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D2AD7-E96D-7012-3772-C7242B12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D0227-F5A4-169D-9971-6B7AC243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F41EA-4E35-6A56-AC80-B8B42182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CA82C-4C74-AB5B-3C00-B8B26D5A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4BEDF-C858-932D-0FF9-4C0DCD09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8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7508-D09F-D4AA-7343-DCFEA4EE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3E11-3FFE-B8C5-310B-3217F6A9B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E61EF-5E50-E50D-1275-2943C9461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7BE2-752E-00A3-01C2-41A118A7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3AA11-38A3-AE3D-D3C4-607B357D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9D864-647D-5208-7517-8977B30C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3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69D3B-A81D-F030-3A7C-8DB4224BC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3353-5714-0458-AD0E-AB7279CC6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7D5C-E281-D723-D40C-041C4BACE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2DAA8-1126-E71D-DD70-35A0940F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E7FA1-A21A-8688-1F92-7A21C20B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3090A-BDD9-FF39-0329-BA05FB68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3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BF1A9-B649-0CB2-1985-01E06A68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C15ED-4994-1CB8-2CFB-CC03FB8C9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E9DA2-6797-5462-FC5B-20DC6BC1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9601C-7F7B-F36D-EBC6-1BFDBBD2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62745-513A-1409-166F-D852F09B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3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6A78C-CA3C-2D75-CEF0-4D59F8D52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FD153-BDCB-9355-83C5-EBD4A5FEB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6B99-0FF2-7B82-CAFD-9DBA45B5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08567-996C-9E20-30AF-43C4B6DD4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CBA40-8BAD-A3AF-45B3-466A123F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3F0C1-E45B-9B85-35EA-EC031695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A9523-7D54-4D8F-80E4-C3B919372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4ECBA-5732-B3CB-6171-D432D7216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98891-9C90-FE60-60D1-FC5E32B4B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4A23A-5D33-0924-AFC1-B68F14DEF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2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Cupboardly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Weekly Report for 2/13/2026</a:t>
            </a: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223F-A2B6-D955-D8F3-74867A14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B1CAE-8612-B79F-AEAE-CE64EAE57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Combined databases into one database</a:t>
            </a:r>
            <a:endParaRPr lang="en-US" dirty="0"/>
          </a:p>
          <a:p>
            <a:r>
              <a:rPr lang="en-US"/>
              <a:t>Added more parameters to the Ingredients:</a:t>
            </a:r>
            <a:endParaRPr lang="en-US" dirty="0"/>
          </a:p>
          <a:p>
            <a:pPr lvl="1"/>
            <a:r>
              <a:rPr lang="en-US" dirty="0"/>
              <a:t>name, quantity, unit, price, </a:t>
            </a:r>
            <a:r>
              <a:rPr lang="en-US" dirty="0" err="1"/>
              <a:t>pricePerUnit</a:t>
            </a:r>
            <a:r>
              <a:rPr lang="en-US" dirty="0"/>
              <a:t>, </a:t>
            </a:r>
            <a:r>
              <a:rPr lang="en-US" dirty="0" err="1"/>
              <a:t>dateEntered</a:t>
            </a:r>
            <a:r>
              <a:rPr lang="en-US" dirty="0"/>
              <a:t>, </a:t>
            </a:r>
            <a:r>
              <a:rPr lang="en-US" dirty="0" err="1"/>
              <a:t>dateLastUpdated</a:t>
            </a:r>
            <a:endParaRPr lang="en-US" dirty="0"/>
          </a:p>
          <a:p>
            <a:r>
              <a:rPr lang="en-US"/>
              <a:t>Added more parameters to the Recipes:</a:t>
            </a:r>
            <a:endParaRPr lang="en-US" dirty="0"/>
          </a:p>
          <a:p>
            <a:pPr lvl="1"/>
            <a:r>
              <a:rPr lang="en-US" dirty="0"/>
              <a:t>name, instructions, </a:t>
            </a:r>
            <a:r>
              <a:rPr lang="en-US" dirty="0" err="1"/>
              <a:t>dateCreated</a:t>
            </a:r>
            <a:r>
              <a:rPr lang="en-US" dirty="0"/>
              <a:t>, </a:t>
            </a:r>
            <a:r>
              <a:rPr lang="en-US" dirty="0" err="1"/>
              <a:t>numTimesFollowed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75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02C4-BD42-953C-6703-88FA10DE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Linking the Databases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E5F47B2-FF1F-C9AD-B217-B0C06604FB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5390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5CE3-A190-40D9-7EE7-CBA0D47C4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Linking the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B2940-CC9F-4AF1-3D9C-29F380D63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linked table is for </a:t>
            </a:r>
            <a:r>
              <a:rPr lang="en-US"/>
              <a:t> storing which ingredients correlate to </a:t>
            </a:r>
            <a:r>
              <a:rPr lang="en-US" dirty="0"/>
              <a:t>which recipes</a:t>
            </a:r>
          </a:p>
          <a:p>
            <a:r>
              <a:rPr lang="en-US" dirty="0"/>
              <a:t>It contains </a:t>
            </a:r>
            <a:r>
              <a:rPr lang="en-US" dirty="0" err="1"/>
              <a:t>recipeID</a:t>
            </a:r>
            <a:r>
              <a:rPr lang="en-US" dirty="0"/>
              <a:t>, </a:t>
            </a:r>
            <a:r>
              <a:rPr lang="en-US" dirty="0" err="1"/>
              <a:t>ingredientID</a:t>
            </a:r>
            <a:r>
              <a:rPr lang="en-US" dirty="0"/>
              <a:t>, and </a:t>
            </a:r>
            <a:r>
              <a:rPr lang="en-US" dirty="0" err="1"/>
              <a:t>quantityUsed</a:t>
            </a:r>
            <a:endParaRPr lang="en-US" dirty="0"/>
          </a:p>
          <a:p>
            <a:pPr lvl="1"/>
            <a:r>
              <a:rPr lang="en-US"/>
              <a:t>Stores the recipe ID, connects it to ingredient IDs and a quantity for each ingredient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81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1650-951C-CCC3-B2E5-406E383F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Tables Inside the Database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C020F61-2750-B316-3882-3A8C3B9FC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275130"/>
              </p:ext>
            </p:extLst>
          </p:nvPr>
        </p:nvGraphicFramePr>
        <p:xfrm>
          <a:off x="837259" y="1429926"/>
          <a:ext cx="105156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46272014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646943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1582241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74543451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438405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9847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2963119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84166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ID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quantity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unit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err="1"/>
                        <a:t>pricePerUnit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err="1"/>
                        <a:t>dateEntered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dateLastUpdated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05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Flour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5.0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lbs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20260202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20260213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584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Eggs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units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0.42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20260212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20260214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8470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9251E2D-F227-8920-1ED4-3CB277F0F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202064"/>
              </p:ext>
            </p:extLst>
          </p:nvPr>
        </p:nvGraphicFramePr>
        <p:xfrm>
          <a:off x="3187606" y="2942525"/>
          <a:ext cx="8168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728">
                  <a:extLst>
                    <a:ext uri="{9D8B030D-6E8A-4147-A177-3AD203B41FA5}">
                      <a16:colId xmlns:a16="http://schemas.microsoft.com/office/drawing/2014/main" val="3920140065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734601169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3513586400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754175192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6754735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dateCreated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numTimesFollowed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201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Pancakes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Mix ingredients...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37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Scrambled Eggs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Whisk eggs, cook on low...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69238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58488E-15FB-1E9E-69B8-22EBEE823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139528"/>
              </p:ext>
            </p:extLst>
          </p:nvPr>
        </p:nvGraphicFramePr>
        <p:xfrm>
          <a:off x="3187606" y="4880450"/>
          <a:ext cx="81686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3572996053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089569976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978813015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808705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recipeID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ingredientID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QuantityUsed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4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419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2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269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963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3126-12CF-C9FF-021D-ED2CC30C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0E86-504C-A6C6-A932-2ABC4CBB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Tables Inside the Database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A91E400-3951-0F81-C1FB-DC97CF0E46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7259" y="1429926"/>
          <a:ext cx="105156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46272014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646943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1582241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74543451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438405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9847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2963119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84166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ID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quantity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unit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err="1"/>
                        <a:t>pricePerUnit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err="1"/>
                        <a:t>dateEntered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dateLastU</a:t>
                      </a:r>
                      <a:r>
                        <a:rPr lang="en-US" sz="1600"/>
                        <a:t>pdated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05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Flour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5.0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lbs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20260202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20260213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584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Eggs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units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0.42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20260212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20260214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8470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64DEDB-BD5A-F2DF-8531-DD2B0286E5B4}"/>
              </a:ext>
            </a:extLst>
          </p:cNvPr>
          <p:cNvGraphicFramePr>
            <a:graphicFrameLocks noGrp="1"/>
          </p:cNvGraphicFramePr>
          <p:nvPr/>
        </p:nvGraphicFramePr>
        <p:xfrm>
          <a:off x="3187606" y="2942525"/>
          <a:ext cx="8168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728">
                  <a:extLst>
                    <a:ext uri="{9D8B030D-6E8A-4147-A177-3AD203B41FA5}">
                      <a16:colId xmlns:a16="http://schemas.microsoft.com/office/drawing/2014/main" val="3920140065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734601169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3513586400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754175192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6754735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dateCreated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numTimesFollowed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201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Pancakes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Mix ingredients...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37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Scrambled Eggs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Whisk eggs, cook on low...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20260210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69238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ABBC48-EE45-229B-7E9F-81F3F2877881}"/>
              </a:ext>
            </a:extLst>
          </p:cNvPr>
          <p:cNvGraphicFramePr>
            <a:graphicFrameLocks noGrp="1"/>
          </p:cNvGraphicFramePr>
          <p:nvPr/>
        </p:nvGraphicFramePr>
        <p:xfrm>
          <a:off x="3187606" y="4880450"/>
          <a:ext cx="81686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3572996053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089569976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978813015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808705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recipeID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ingredientID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QuantityUsed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4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419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2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26915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0DA63A-F41D-724A-34F1-C9AF4DC7C9D1}"/>
                  </a:ext>
                </a:extLst>
              </p14:cNvPr>
              <p14:cNvContentPartPr/>
              <p14:nvPr/>
            </p14:nvContentPartPr>
            <p14:xfrm>
              <a:off x="854675" y="2120794"/>
              <a:ext cx="10172906" cy="7307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0DA63A-F41D-724A-34F1-C9AF4DC7C9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0677" y="2013695"/>
                <a:ext cx="10280542" cy="287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0CC67D-A5EA-FD9F-CA3B-64EBFD71D584}"/>
                  </a:ext>
                </a:extLst>
              </p14:cNvPr>
              <p14:cNvContentPartPr/>
              <p14:nvPr/>
            </p14:nvContentPartPr>
            <p14:xfrm>
              <a:off x="7372865" y="5406080"/>
              <a:ext cx="266536" cy="10297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0CC67D-A5EA-FD9F-CA3B-64EBFD71D5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8910" y="2316980"/>
                <a:ext cx="374086" cy="6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D78B4B5-15B4-B597-18D0-B09B81048ADF}"/>
                  </a:ext>
                </a:extLst>
              </p14:cNvPr>
              <p14:cNvContentPartPr/>
              <p14:nvPr/>
            </p14:nvContentPartPr>
            <p14:xfrm>
              <a:off x="3305431" y="3675316"/>
              <a:ext cx="6731657" cy="73617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D78B4B5-15B4-B597-18D0-B09B81048A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51434" y="3567584"/>
                <a:ext cx="6839292" cy="288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8F61424-0262-28DB-FA18-7B0468DC76A2}"/>
                  </a:ext>
                </a:extLst>
              </p14:cNvPr>
              <p14:cNvContentPartPr/>
              <p14:nvPr/>
            </p14:nvContentPartPr>
            <p14:xfrm>
              <a:off x="5313405" y="5385486"/>
              <a:ext cx="204784" cy="10297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8F61424-0262-28DB-FA18-7B0468DC76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59874" y="2296386"/>
                <a:ext cx="312206" cy="6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C20D8BE-228B-9287-B4CF-413EFD59B7CE}"/>
                  </a:ext>
                </a:extLst>
              </p14:cNvPr>
              <p14:cNvContentPartPr/>
              <p14:nvPr/>
            </p14:nvContentPartPr>
            <p14:xfrm>
              <a:off x="5333999" y="5787080"/>
              <a:ext cx="163651" cy="10297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C20D8BE-228B-9287-B4CF-413EFD59B7C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80525" y="2697980"/>
                <a:ext cx="270957" cy="6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A82B12-DA61-418B-0453-9BEB36EDE7D5}"/>
                  </a:ext>
                </a:extLst>
              </p14:cNvPr>
              <p14:cNvContentPartPr/>
              <p14:nvPr/>
            </p14:nvContentPartPr>
            <p14:xfrm>
              <a:off x="7383162" y="5787081"/>
              <a:ext cx="173992" cy="10746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A82B12-DA61-418B-0453-9BEB36EDE7D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29598" y="5683087"/>
                <a:ext cx="281479" cy="2183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127DE72-66C2-51FB-9214-DA65218CD8A4}"/>
                  </a:ext>
                </a:extLst>
              </p14:cNvPr>
              <p14:cNvContentPartPr/>
              <p14:nvPr/>
            </p14:nvContentPartPr>
            <p14:xfrm>
              <a:off x="875269" y="2533135"/>
              <a:ext cx="10337963" cy="10341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127DE72-66C2-51FB-9214-DA65218CD8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1272" y="2425416"/>
                <a:ext cx="10445598" cy="318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2618D0B-B27B-4024-DA72-8DFE661E9A7D}"/>
                  </a:ext>
                </a:extLst>
              </p14:cNvPr>
              <p14:cNvContentPartPr/>
              <p14:nvPr/>
            </p14:nvContentPartPr>
            <p14:xfrm>
              <a:off x="7331675" y="6157783"/>
              <a:ext cx="246851" cy="10297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2618D0B-B27B-4024-DA72-8DFE661E9A7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77777" y="3078980"/>
                <a:ext cx="354287" cy="6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B9A9762-AC20-B5B5-6D10-ACBCF2B7B72D}"/>
                  </a:ext>
                </a:extLst>
              </p14:cNvPr>
              <p14:cNvContentPartPr/>
              <p14:nvPr/>
            </p14:nvContentPartPr>
            <p14:xfrm>
              <a:off x="3264243" y="4231623"/>
              <a:ext cx="6799044" cy="83565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B9A9762-AC20-B5B5-6D10-ACBCF2B7B72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10245" y="4124387"/>
                <a:ext cx="6906680" cy="2983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6DD3EE9-C433-167A-D553-5E8B98DE1732}"/>
                  </a:ext>
                </a:extLst>
              </p14:cNvPr>
              <p14:cNvContentPartPr/>
              <p14:nvPr/>
            </p14:nvContentPartPr>
            <p14:xfrm>
              <a:off x="5313405" y="6198972"/>
              <a:ext cx="205630" cy="10746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6DD3EE9-C433-167A-D553-5E8B98DE173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59841" y="6095325"/>
                <a:ext cx="313118" cy="21838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08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8912-ECB7-D163-4B12-0E98ED587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5334000" cy="17082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7FB57-B704-795F-F0B3-12C5490B875B}"/>
              </a:ext>
            </a:extLst>
          </p:cNvPr>
          <p:cNvSpPr txBox="1"/>
          <p:nvPr/>
        </p:nvSpPr>
        <p:spPr>
          <a:xfrm>
            <a:off x="761994" y="2470245"/>
            <a:ext cx="5334006" cy="376983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user can now enter specific details about an ingredient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TO DO: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Data validation – right now any data can be input, so errors or crashes can occur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-1"/>
            <a:ext cx="541020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 descr="A screenshot of a recipe form&#10;&#10;AI-generated content may be incorrect.">
            <a:extLst>
              <a:ext uri="{FF2B5EF4-FFF2-40B4-BE49-F238E27FC236}">
                <a16:creationId xmlns:a16="http://schemas.microsoft.com/office/drawing/2014/main" id="{F98D2663-517D-6DA2-ABBD-E36E38241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8575" y="125557"/>
            <a:ext cx="2986353" cy="659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0780A-81AE-B236-BAA7-5009E66B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06" y="457201"/>
            <a:ext cx="6743698" cy="15568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UI Theme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049024-EF7D-7567-C592-AD7F98C71A72}"/>
              </a:ext>
            </a:extLst>
          </p:cNvPr>
          <p:cNvSpPr txBox="1"/>
          <p:nvPr/>
        </p:nvSpPr>
        <p:spPr>
          <a:xfrm>
            <a:off x="1144505" y="2277036"/>
            <a:ext cx="6743700" cy="346115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Currently the UI uses default android themes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With the goal of making </a:t>
            </a:r>
            <a:r>
              <a:rPr lang="en-US" sz="2000" dirty="0" err="1"/>
              <a:t>Cupboardly</a:t>
            </a:r>
            <a:r>
              <a:rPr lang="en-US" sz="2000" dirty="0"/>
              <a:t> look unique, we have started work on background textures, but have not applied them yet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We will be experimenting with button theming, but have concerns about functionality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594DF-1936-8940-EA89-765EF31AD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" b="-5"/>
          <a:stretch>
            <a:fillRect/>
          </a:stretch>
        </p:blipFill>
        <p:spPr>
          <a:xfrm>
            <a:off x="8878294" y="516835"/>
            <a:ext cx="2592126" cy="2592126"/>
          </a:xfrm>
          <a:custGeom>
            <a:avLst/>
            <a:gdLst/>
            <a:ahLst/>
            <a:cxnLst/>
            <a:rect l="l" t="t" r="r" b="b"/>
            <a:pathLst>
              <a:path w="2592126" h="2592126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</p:spPr>
      </p:pic>
      <p:pic>
        <p:nvPicPr>
          <p:cNvPr id="4" name="Content Placeholder 3" descr="A group of blue lines&#10;&#10;AI-generated content may be incorrect.">
            <a:extLst>
              <a:ext uri="{FF2B5EF4-FFF2-40B4-BE49-F238E27FC236}">
                <a16:creationId xmlns:a16="http://schemas.microsoft.com/office/drawing/2014/main" id="{C3F7EC1C-1D8D-21FB-7D52-91481CF16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-5" b="-5"/>
          <a:stretch>
            <a:fillRect/>
          </a:stretch>
        </p:blipFill>
        <p:spPr>
          <a:xfrm>
            <a:off x="8878294" y="3383860"/>
            <a:ext cx="2592126" cy="2592126"/>
          </a:xfrm>
          <a:custGeom>
            <a:avLst/>
            <a:gdLst/>
            <a:ahLst/>
            <a:cxnLst/>
            <a:rect l="l" t="t" r="r" b="b"/>
            <a:pathLst>
              <a:path w="2592126" h="2592126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91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E97BD-43DA-31B3-C3AA-9F796E31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5651-7EDC-8CF7-6881-B1F0B2CFA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Database communication (fixed)</a:t>
            </a:r>
          </a:p>
          <a:p>
            <a:r>
              <a:rPr lang="en-US" dirty="0"/>
              <a:t>More GitHub syncing issues</a:t>
            </a:r>
          </a:p>
          <a:p>
            <a:pPr marL="457200" lvl="1" indent="0">
              <a:buNone/>
            </a:pPr>
            <a:r>
              <a:rPr lang="en-US">
                <a:latin typeface="Consolas"/>
                <a:ea typeface="+mn-lt"/>
                <a:cs typeface="+mn-lt"/>
              </a:rPr>
              <a:t>git fetch origin</a:t>
            </a:r>
          </a:p>
          <a:p>
            <a:pPr marL="457200" lvl="1" indent="0">
              <a:buNone/>
            </a:pPr>
            <a:r>
              <a:rPr lang="en-US">
                <a:latin typeface="Consolas"/>
              </a:rPr>
              <a:t>git reset –hard origin/master</a:t>
            </a:r>
            <a:endParaRPr lang="en-US" dirty="0">
              <a:latin typeface="Consolas"/>
            </a:endParaRPr>
          </a:p>
          <a:p>
            <a:pPr marL="457200" lvl="1" indent="0">
              <a:buNone/>
            </a:pPr>
            <a:r>
              <a:rPr lang="en-US" dirty="0">
                <a:latin typeface="Consolas"/>
              </a:rPr>
              <a:t>git clean –</a:t>
            </a:r>
            <a:r>
              <a:rPr lang="en-US" dirty="0" err="1">
                <a:latin typeface="Consolas"/>
              </a:rPr>
              <a:t>fd</a:t>
            </a:r>
            <a:endParaRPr lang="en-US">
              <a:latin typeface="Consolas"/>
            </a:endParaRPr>
          </a:p>
          <a:p>
            <a:pPr lvl="1"/>
            <a:r>
              <a:rPr lang="en-US" dirty="0"/>
              <a:t>In andro</a:t>
            </a:r>
            <a:r>
              <a:rPr lang="en-US"/>
              <a:t>id studio – Invalidate Caches, then restart the IDE</a:t>
            </a:r>
          </a:p>
          <a:p>
            <a:r>
              <a:rPr lang="en-US"/>
              <a:t>UI "Buffering"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78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EC2F-1EE5-B421-4040-6BE1587F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UI "Buffering"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939A-C8CC-EDE8-CCA9-94CF18354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When a user pressed any button, it would not take effect (at least visually in </a:t>
            </a:r>
            <a:r>
              <a:rPr lang="en-US"/>
              <a:t>the UI), until the next button press</a:t>
            </a:r>
          </a:p>
          <a:p>
            <a:r>
              <a:rPr lang="en-US"/>
              <a:t>For example:</a:t>
            </a:r>
          </a:p>
          <a:p>
            <a:pPr lvl="1"/>
            <a:r>
              <a:rPr lang="en-US" dirty="0"/>
              <a:t>A user presses the button to delete an ingredient, nothing happens</a:t>
            </a:r>
          </a:p>
          <a:p>
            <a:pPr lvl="1"/>
            <a:r>
              <a:rPr lang="en-US" dirty="0"/>
              <a:t>The user presses the button to add an ingredient, the original ingredient is then deleted, but the new one is not added</a:t>
            </a:r>
          </a:p>
          <a:p>
            <a:pPr lvl="1"/>
            <a:r>
              <a:rPr lang="en-US"/>
              <a:t>The new ingredient is added after the *next* button press, and so on</a:t>
            </a:r>
          </a:p>
          <a:p>
            <a:r>
              <a:rPr lang="en-US" dirty="0"/>
              <a:t>What the UI </a:t>
            </a:r>
            <a:r>
              <a:rPr lang="en-US"/>
              <a:t>displayed was always 1 step behind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4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9E7E-8A46-B6AB-7FDC-0DAD737F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UI "Buffering" 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00828-D046-E7A5-34F6-D45EA4DDF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/>
              <a:t>Instead of using a List&lt;&gt; to list the ingredients or recipes, use </a:t>
            </a:r>
            <a:r>
              <a:rPr lang="en-US" dirty="0" err="1"/>
              <a:t>StateFlow</a:t>
            </a:r>
            <a:r>
              <a:rPr lang="en-US" dirty="0"/>
              <a:t>&lt;List&lt;&gt;&gt;</a:t>
            </a:r>
          </a:p>
          <a:p>
            <a:pPr marL="457200" lvl="1" indent="0">
              <a:buNone/>
            </a:pPr>
            <a:r>
              <a:rPr lang="en-US" dirty="0" err="1">
                <a:latin typeface="Consolas"/>
                <a:ea typeface="+mn-lt"/>
                <a:cs typeface="+mn-lt"/>
              </a:rPr>
              <a:t>val</a:t>
            </a:r>
            <a:r>
              <a:rPr lang="en-US" dirty="0">
                <a:latin typeface="Consolas"/>
                <a:ea typeface="+mn-lt"/>
                <a:cs typeface="+mn-lt"/>
              </a:rPr>
              <a:t> ingredients: </a:t>
            </a:r>
            <a:r>
              <a:rPr lang="en-US" dirty="0" err="1">
                <a:latin typeface="Consolas"/>
                <a:ea typeface="+mn-lt"/>
                <a:cs typeface="+mn-lt"/>
              </a:rPr>
              <a:t>StateFlow</a:t>
            </a:r>
            <a:r>
              <a:rPr lang="en-US" dirty="0">
                <a:latin typeface="Consolas"/>
                <a:ea typeface="+mn-lt"/>
                <a:cs typeface="+mn-lt"/>
              </a:rPr>
              <a:t>&lt;List&lt;</a:t>
            </a:r>
            <a:r>
              <a:rPr lang="en-US" dirty="0" err="1">
                <a:latin typeface="Consolas"/>
                <a:ea typeface="+mn-lt"/>
                <a:cs typeface="+mn-lt"/>
              </a:rPr>
              <a:t>IngredientEntity</a:t>
            </a:r>
            <a:r>
              <a:rPr lang="en-US" dirty="0">
                <a:latin typeface="Consolas"/>
                <a:ea typeface="+mn-lt"/>
                <a:cs typeface="+mn-lt"/>
              </a:rPr>
              <a:t>&gt;&gt; = _ingredients</a:t>
            </a:r>
            <a:endParaRPr lang="en-US" dirty="0">
              <a:latin typeface="Consolas"/>
            </a:endParaRP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Instead of </a:t>
            </a:r>
            <a:r>
              <a:rPr lang="en-US" dirty="0">
                <a:ea typeface="+mn-lt"/>
                <a:cs typeface="+mn-lt"/>
              </a:rPr>
              <a:t>refreshing the UI manually after every button press, use the </a:t>
            </a:r>
            <a:r>
              <a:rPr lang="en-US" dirty="0" err="1">
                <a:ea typeface="+mn-lt"/>
                <a:cs typeface="+mn-lt"/>
              </a:rPr>
              <a:t>collectAsState</a:t>
            </a:r>
            <a:r>
              <a:rPr lang="en-US" dirty="0">
                <a:ea typeface="+mn-lt"/>
                <a:cs typeface="+mn-lt"/>
              </a:rPr>
              <a:t>() function</a:t>
            </a:r>
          </a:p>
          <a:p>
            <a:pPr marL="457200" lvl="1" indent="0">
              <a:buNone/>
            </a:pPr>
            <a:r>
              <a:rPr lang="en-US" dirty="0" err="1">
                <a:latin typeface="Consolas"/>
                <a:ea typeface="+mn-lt"/>
                <a:cs typeface="+mn-lt"/>
              </a:rPr>
              <a:t>viewModel.ingredients.collectAsState</a:t>
            </a:r>
            <a:r>
              <a:rPr lang="en-US" dirty="0">
                <a:latin typeface="Consolas"/>
                <a:ea typeface="+mn-lt"/>
                <a:cs typeface="+mn-lt"/>
              </a:rPr>
              <a:t>(initial = </a:t>
            </a:r>
            <a:r>
              <a:rPr lang="en-US" dirty="0" err="1">
                <a:latin typeface="Consolas"/>
                <a:ea typeface="+mn-lt"/>
                <a:cs typeface="+mn-lt"/>
              </a:rPr>
              <a:t>emptyList</a:t>
            </a:r>
            <a:r>
              <a:rPr lang="en-US" dirty="0">
                <a:latin typeface="Consolas"/>
                <a:ea typeface="+mn-lt"/>
                <a:cs typeface="+mn-lt"/>
              </a:rPr>
              <a:t>())</a:t>
            </a:r>
          </a:p>
          <a:p>
            <a:pPr marL="457200" lvl="1" indent="0">
              <a:buNone/>
            </a:pPr>
            <a:endParaRPr lang="en-US" dirty="0">
              <a:latin typeface="Consolas"/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This combination dynamically updates the UI as changes are made to the </a:t>
            </a:r>
            <a:r>
              <a:rPr lang="en-US">
                <a:latin typeface="Aptos"/>
                <a:ea typeface="+mn-lt"/>
                <a:cs typeface="+mn-lt"/>
              </a:rPr>
              <a:t>list of ingredients (or recipes)</a:t>
            </a:r>
            <a:endParaRPr lang="en-US">
              <a:latin typeface="Consolas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8900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24EC-A242-D53F-B9A3-8636467C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14CEE-B7F2-AD5B-EFC4-6B316A7A7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plan to:</a:t>
            </a:r>
          </a:p>
          <a:p>
            <a:pPr lvl="1"/>
            <a:r>
              <a:rPr lang="en-US" dirty="0"/>
              <a:t>Create a popup UI similar to the ingredients screen, but for adding recipes</a:t>
            </a:r>
          </a:p>
          <a:p>
            <a:pPr lvl="1"/>
            <a:r>
              <a:rPr lang="en-US"/>
              <a:t>Validate data to ensure only good data is entered</a:t>
            </a:r>
          </a:p>
          <a:p>
            <a:pPr lvl="1"/>
            <a:r>
              <a:rPr lang="en-US"/>
              <a:t>Allow users to select an ingredient or recipe and directly edit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5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369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Cupboardly</vt:lpstr>
      <vt:lpstr>Progress</vt:lpstr>
      <vt:lpstr>Linking the Databases</vt:lpstr>
      <vt:lpstr>Linking the Databases</vt:lpstr>
      <vt:lpstr>Example Tables Inside the Database</vt:lpstr>
      <vt:lpstr>Example Tables Inside the Database</vt:lpstr>
      <vt:lpstr>Progress</vt:lpstr>
      <vt:lpstr>UI Theme</vt:lpstr>
      <vt:lpstr>Issues</vt:lpstr>
      <vt:lpstr>UI "Buffering"</vt:lpstr>
      <vt:lpstr>UI "Buffering" Fix</vt:lpstr>
      <vt:lpstr>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372</cp:revision>
  <dcterms:created xsi:type="dcterms:W3CDTF">2026-01-29T21:40:52Z</dcterms:created>
  <dcterms:modified xsi:type="dcterms:W3CDTF">2026-02-13T02:57:34Z</dcterms:modified>
</cp:coreProperties>
</file>