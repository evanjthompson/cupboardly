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68" r:id="rId3"/>
    <p:sldId id="269" r:id="rId4"/>
    <p:sldId id="270" r:id="rId5"/>
    <p:sldId id="271" r:id="rId6"/>
    <p:sldId id="273" r:id="rId7"/>
    <p:sldId id="272" r:id="rId8"/>
    <p:sldId id="274" r:id="rId9"/>
    <p:sldId id="275" r:id="rId10"/>
    <p:sldId id="277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68570-22E5-46FC-AAE2-DEFFF50ED8F4}" v="132" dt="2026-02-20T04:48:24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695A6845-D7CB-40F3-B8D3-26BA2ACD0DF8}"/>
    <pc:docChg chg="undo redo custSel addSld delSld modSld sldOrd modMainMaster">
      <pc:chgData name="Evan J. Thompson" userId="abd38527-ecfe-449f-bd57-123309a8e21a" providerId="ADAL" clId="{695A6845-D7CB-40F3-B8D3-26BA2ACD0DF8}" dt="2026-02-20T04:49:23.100" v="2161" actId="255"/>
      <pc:docMkLst>
        <pc:docMk/>
      </pc:docMkLst>
      <pc:sldChg chg="addSp delSp modSp mod setBg delDesignElem">
        <pc:chgData name="Evan J. Thompson" userId="abd38527-ecfe-449f-bd57-123309a8e21a" providerId="ADAL" clId="{695A6845-D7CB-40F3-B8D3-26BA2ACD0DF8}" dt="2026-02-20T04:49:23.100" v="2161" actId="255"/>
        <pc:sldMkLst>
          <pc:docMk/>
          <pc:sldMk cId="2356566640" sldId="256"/>
        </pc:sldMkLst>
        <pc:spChg chg="mod">
          <ac:chgData name="Evan J. Thompson" userId="abd38527-ecfe-449f-bd57-123309a8e21a" providerId="ADAL" clId="{695A6845-D7CB-40F3-B8D3-26BA2ACD0DF8}" dt="2026-02-20T04:49:19.329" v="2160" actId="255"/>
          <ac:spMkLst>
            <pc:docMk/>
            <pc:sldMk cId="2356566640" sldId="256"/>
            <ac:spMk id="2" creationId="{D0C44247-E49C-F91E-64E1-AB7BB5F5ED42}"/>
          </ac:spMkLst>
        </pc:spChg>
        <pc:spChg chg="mod">
          <ac:chgData name="Evan J. Thompson" userId="abd38527-ecfe-449f-bd57-123309a8e21a" providerId="ADAL" clId="{695A6845-D7CB-40F3-B8D3-26BA2ACD0DF8}" dt="2026-02-20T04:49:23.100" v="2161" actId="255"/>
          <ac:spMkLst>
            <pc:docMk/>
            <pc:sldMk cId="2356566640" sldId="256"/>
            <ac:spMk id="3" creationId="{D69D57E4-42AC-8EA3-ECB1-15B8490963B3}"/>
          </ac:spMkLst>
        </pc:spChg>
        <pc:spChg chg="del">
          <ac:chgData name="Evan J. Thompson" userId="abd38527-ecfe-449f-bd57-123309a8e21a" providerId="ADAL" clId="{695A6845-D7CB-40F3-B8D3-26BA2ACD0DF8}" dt="2026-02-20T02:10:09.170" v="1432" actId="26606"/>
          <ac:spMkLst>
            <pc:docMk/>
            <pc:sldMk cId="2356566640" sldId="256"/>
            <ac:spMk id="29" creationId="{43C48B49-6135-48B6-AC0F-97E5D8D1F03F}"/>
          </ac:spMkLst>
        </pc:spChg>
        <pc:spChg chg="del">
          <ac:chgData name="Evan J. Thompson" userId="abd38527-ecfe-449f-bd57-123309a8e21a" providerId="ADAL" clId="{695A6845-D7CB-40F3-B8D3-26BA2ACD0DF8}" dt="2026-02-20T02:10:09.170" v="1432" actId="26606"/>
          <ac:spMkLst>
            <pc:docMk/>
            <pc:sldMk cId="2356566640" sldId="256"/>
            <ac:spMk id="30" creationId="{9715DAF0-AE1B-46C9-8A6B-DB2AA05AB91D}"/>
          </ac:spMkLst>
        </pc:spChg>
        <pc:spChg chg="del">
          <ac:chgData name="Evan J. Thompson" userId="abd38527-ecfe-449f-bd57-123309a8e21a" providerId="ADAL" clId="{695A6845-D7CB-40F3-B8D3-26BA2ACD0DF8}" dt="2026-02-20T02:10:09.170" v="1432" actId="26606"/>
          <ac:spMkLst>
            <pc:docMk/>
            <pc:sldMk cId="2356566640" sldId="256"/>
            <ac:spMk id="31" creationId="{DC631C0B-6DA6-4E57-8231-CE32B3434A7E}"/>
          </ac:spMkLst>
        </pc:spChg>
        <pc:spChg chg="del">
          <ac:chgData name="Evan J. Thompson" userId="abd38527-ecfe-449f-bd57-123309a8e21a" providerId="ADAL" clId="{695A6845-D7CB-40F3-B8D3-26BA2ACD0DF8}" dt="2026-02-20T02:10:09.170" v="1432" actId="26606"/>
          <ac:spMkLst>
            <pc:docMk/>
            <pc:sldMk cId="2356566640" sldId="256"/>
            <ac:spMk id="32" creationId="{F256AC18-FB41-4977-8B0C-F5082335AB7D}"/>
          </ac:spMkLst>
        </pc:spChg>
        <pc:spChg chg="del">
          <ac:chgData name="Evan J. Thompson" userId="abd38527-ecfe-449f-bd57-123309a8e21a" providerId="ADAL" clId="{695A6845-D7CB-40F3-B8D3-26BA2ACD0DF8}" dt="2026-02-20T02:10:09.170" v="1432" actId="26606"/>
          <ac:spMkLst>
            <pc:docMk/>
            <pc:sldMk cId="2356566640" sldId="256"/>
            <ac:spMk id="33" creationId="{AFF4A713-7B75-4B21-90D7-5AB19547C728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356566640" sldId="256"/>
            <ac:spMk id="38" creationId="{3AC75B1D-4749-49A1-8553-FD296DD7CC9F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356566640" sldId="256"/>
            <ac:spMk id="40" creationId="{9A8ECCF6-3858-46C9-8F9F-C06506CC3F9F}"/>
          </ac:spMkLst>
        </pc:spChg>
      </pc:sldChg>
      <pc:sldChg chg="addSp modSp del mod setBg">
        <pc:chgData name="Evan J. Thompson" userId="abd38527-ecfe-449f-bd57-123309a8e21a" providerId="ADAL" clId="{695A6845-D7CB-40F3-B8D3-26BA2ACD0DF8}" dt="2026-02-20T02:24:57.977" v="1798" actId="47"/>
        <pc:sldMkLst>
          <pc:docMk/>
          <pc:sldMk cId="61345403" sldId="267"/>
        </pc:sldMkLst>
        <pc:spChg chg="mod">
          <ac:chgData name="Evan J. Thompson" userId="abd38527-ecfe-449f-bd57-123309a8e21a" providerId="ADAL" clId="{695A6845-D7CB-40F3-B8D3-26BA2ACD0DF8}" dt="2026-02-20T02:24:31.807" v="1795"/>
          <ac:spMkLst>
            <pc:docMk/>
            <pc:sldMk cId="61345403" sldId="267"/>
            <ac:spMk id="2" creationId="{BD6F24EC-A242-D53F-B9A3-8636467CE527}"/>
          </ac:spMkLst>
        </pc:spChg>
        <pc:spChg chg="mod">
          <ac:chgData name="Evan J. Thompson" userId="abd38527-ecfe-449f-bd57-123309a8e21a" providerId="ADAL" clId="{695A6845-D7CB-40F3-B8D3-26BA2ACD0DF8}" dt="2026-02-20T02:24:14.615" v="1786" actId="26606"/>
          <ac:spMkLst>
            <pc:docMk/>
            <pc:sldMk cId="61345403" sldId="267"/>
            <ac:spMk id="3" creationId="{A2014CEE-B7F2-AD5B-EFC4-6B316A7A78C4}"/>
          </ac:spMkLst>
        </pc:spChg>
        <pc:spChg chg="add">
          <ac:chgData name="Evan J. Thompson" userId="abd38527-ecfe-449f-bd57-123309a8e21a" providerId="ADAL" clId="{695A6845-D7CB-40F3-B8D3-26BA2ACD0DF8}" dt="2026-02-20T02:24:14.615" v="1786" actId="26606"/>
          <ac:spMkLst>
            <pc:docMk/>
            <pc:sldMk cId="61345403" sldId="267"/>
            <ac:spMk id="8" creationId="{CADF2543-1B6F-4FBC-A7AF-53A0430E05AB}"/>
          </ac:spMkLst>
        </pc:spChg>
        <pc:grpChg chg="add">
          <ac:chgData name="Evan J. Thompson" userId="abd38527-ecfe-449f-bd57-123309a8e21a" providerId="ADAL" clId="{695A6845-D7CB-40F3-B8D3-26BA2ACD0DF8}" dt="2026-02-20T02:24:14.615" v="1786" actId="26606"/>
          <ac:grpSpMkLst>
            <pc:docMk/>
            <pc:sldMk cId="61345403" sldId="267"/>
            <ac:grpSpMk id="10" creationId="{A80A6E81-6B71-43DF-877B-E964A9A4CB68}"/>
          </ac:grpSpMkLst>
        </pc:grpChg>
      </pc:sldChg>
      <pc:sldChg chg="addSp delSp modSp mod setBg delDesignElem">
        <pc:chgData name="Evan J. Thompson" userId="abd38527-ecfe-449f-bd57-123309a8e21a" providerId="ADAL" clId="{695A6845-D7CB-40F3-B8D3-26BA2ACD0DF8}" dt="2026-02-20T04:48:46.107" v="2158" actId="207"/>
        <pc:sldMkLst>
          <pc:docMk/>
          <pc:sldMk cId="3230975087" sldId="268"/>
        </pc:sldMkLst>
        <pc:spChg chg="mod">
          <ac:chgData name="Evan J. Thompson" userId="abd38527-ecfe-449f-bd57-123309a8e21a" providerId="ADAL" clId="{695A6845-D7CB-40F3-B8D3-26BA2ACD0DF8}" dt="2026-02-20T04:48:44.882" v="2157" actId="207"/>
          <ac:spMkLst>
            <pc:docMk/>
            <pc:sldMk cId="3230975087" sldId="268"/>
            <ac:spMk id="2" creationId="{A110223F-A2B6-D955-D8F3-74867A146AC0}"/>
          </ac:spMkLst>
        </pc:spChg>
        <pc:spChg chg="mod">
          <ac:chgData name="Evan J. Thompson" userId="abd38527-ecfe-449f-bd57-123309a8e21a" providerId="ADAL" clId="{695A6845-D7CB-40F3-B8D3-26BA2ACD0DF8}" dt="2026-02-20T04:48:46.107" v="2158" actId="207"/>
          <ac:spMkLst>
            <pc:docMk/>
            <pc:sldMk cId="3230975087" sldId="268"/>
            <ac:spMk id="3" creationId="{BAFB1CAE-8612-B79F-AEAE-CE64EAE57677}"/>
          </ac:spMkLst>
        </pc:spChg>
        <pc:spChg chg="add del">
          <ac:chgData name="Evan J. Thompson" userId="abd38527-ecfe-449f-bd57-123309a8e21a" providerId="ADAL" clId="{695A6845-D7CB-40F3-B8D3-26BA2ACD0DF8}" dt="2026-02-20T02:10:14.677" v="1434" actId="26606"/>
          <ac:spMkLst>
            <pc:docMk/>
            <pc:sldMk cId="3230975087" sldId="268"/>
            <ac:spMk id="8" creationId="{CB299CAB-C506-454B-90FC-4065728297D3}"/>
          </ac:spMkLst>
        </pc:spChg>
        <pc:spChg chg="add del">
          <ac:chgData name="Evan J. Thompson" userId="abd38527-ecfe-449f-bd57-123309a8e21a" providerId="ADAL" clId="{695A6845-D7CB-40F3-B8D3-26BA2ACD0DF8}" dt="2026-02-20T02:10:14.677" v="1434" actId="26606"/>
          <ac:spMkLst>
            <pc:docMk/>
            <pc:sldMk cId="3230975087" sldId="268"/>
            <ac:spMk id="10" creationId="{C8D99311-F254-40F1-8AB5-EE3E7B9B6872}"/>
          </ac:spMkLst>
        </pc:spChg>
        <pc:spChg chg="add del">
          <ac:chgData name="Evan J. Thompson" userId="abd38527-ecfe-449f-bd57-123309a8e21a" providerId="ADAL" clId="{695A6845-D7CB-40F3-B8D3-26BA2ACD0DF8}" dt="2026-02-20T02:10:14.677" v="1434" actId="26606"/>
          <ac:spMkLst>
            <pc:docMk/>
            <pc:sldMk cId="3230975087" sldId="268"/>
            <ac:spMk id="12" creationId="{7D89E3CB-00ED-4691-9F0F-F23EA3564705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3230975087" sldId="268"/>
            <ac:spMk id="14" creationId="{98DDA986-B6EE-4642-AC60-0490373E69D0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3230975087" sldId="268"/>
            <ac:spMk id="15" creationId="{80B62878-12EF-4E97-A284-47BAFC30DA2E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3230975087" sldId="268"/>
            <ac:spMk id="16" creationId="{6D79188D-1ED5-4705-B8C7-5D6FB7670AB3}"/>
          </ac:spMkLst>
        </pc:spChg>
      </pc:sldChg>
      <pc:sldChg chg="del">
        <pc:chgData name="Evan J. Thompson" userId="abd38527-ecfe-449f-bd57-123309a8e21a" providerId="ADAL" clId="{695A6845-D7CB-40F3-B8D3-26BA2ACD0DF8}" dt="2026-02-20T00:59:50.636" v="283" actId="47"/>
        <pc:sldMkLst>
          <pc:docMk/>
          <pc:sldMk cId="2155390443" sldId="269"/>
        </pc:sldMkLst>
      </pc:sldChg>
      <pc:sldChg chg="addSp delSp modSp new mod setBg delDesignElem">
        <pc:chgData name="Evan J. Thompson" userId="abd38527-ecfe-449f-bd57-123309a8e21a" providerId="ADAL" clId="{695A6845-D7CB-40F3-B8D3-26BA2ACD0DF8}" dt="2026-02-20T04:48:24.438" v="2154"/>
        <pc:sldMkLst>
          <pc:docMk/>
          <pc:sldMk cId="2407207789" sldId="269"/>
        </pc:sldMkLst>
        <pc:spChg chg="mod ord">
          <ac:chgData name="Evan J. Thompson" userId="abd38527-ecfe-449f-bd57-123309a8e21a" providerId="ADAL" clId="{695A6845-D7CB-40F3-B8D3-26BA2ACD0DF8}" dt="2026-02-20T02:23:15.004" v="1773" actId="207"/>
          <ac:spMkLst>
            <pc:docMk/>
            <pc:sldMk cId="2407207789" sldId="269"/>
            <ac:spMk id="2" creationId="{956C2027-95E5-BD7D-E04D-7E38F9FCBD04}"/>
          </ac:spMkLst>
        </pc:spChg>
        <pc:spChg chg="add del">
          <ac:chgData name="Evan J. Thompson" userId="abd38527-ecfe-449f-bd57-123309a8e21a" providerId="ADAL" clId="{695A6845-D7CB-40F3-B8D3-26BA2ACD0DF8}" dt="2026-02-20T01:47:48.811" v="347" actId="22"/>
          <ac:spMkLst>
            <pc:docMk/>
            <pc:sldMk cId="2407207789" sldId="269"/>
            <ac:spMk id="3" creationId="{FBAB4FC1-BB1E-EEA7-E74D-F0174CFD86B0}"/>
          </ac:spMkLst>
        </pc:spChg>
        <pc:spChg chg="add del">
          <ac:chgData name="Evan J. Thompson" userId="abd38527-ecfe-449f-bd57-123309a8e21a" providerId="ADAL" clId="{695A6845-D7CB-40F3-B8D3-26BA2ACD0DF8}" dt="2026-02-20T01:48:59.453" v="353" actId="26606"/>
          <ac:spMkLst>
            <pc:docMk/>
            <pc:sldMk cId="2407207789" sldId="269"/>
            <ac:spMk id="13" creationId="{CE3351F1-E784-6334-0530-BF8E4286CDE6}"/>
          </ac:spMkLst>
        </pc:spChg>
        <pc:spChg chg="add del">
          <ac:chgData name="Evan J. Thompson" userId="abd38527-ecfe-449f-bd57-123309a8e21a" providerId="ADAL" clId="{695A6845-D7CB-40F3-B8D3-26BA2ACD0DF8}" dt="2026-02-20T01:48:58.140" v="351" actId="26606"/>
          <ac:spMkLst>
            <pc:docMk/>
            <pc:sldMk cId="2407207789" sldId="269"/>
            <ac:spMk id="14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20T01:48:58.140" v="351" actId="26606"/>
          <ac:spMkLst>
            <pc:docMk/>
            <pc:sldMk cId="2407207789" sldId="269"/>
            <ac:spMk id="16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20T01:48:58.140" v="351" actId="26606"/>
          <ac:spMkLst>
            <pc:docMk/>
            <pc:sldMk cId="2407207789" sldId="269"/>
            <ac:spMk id="18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20T01:48:58.140" v="351" actId="26606"/>
          <ac:spMkLst>
            <pc:docMk/>
            <pc:sldMk cId="2407207789" sldId="269"/>
            <ac:spMk id="20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20T01:48:59.453" v="353" actId="26606"/>
          <ac:spMkLst>
            <pc:docMk/>
            <pc:sldMk cId="2407207789" sldId="269"/>
            <ac:spMk id="22" creationId="{61293230-B0F6-45B1-96D1-13D18E242995}"/>
          </ac:spMkLst>
        </pc:spChg>
        <pc:spChg chg="add del">
          <ac:chgData name="Evan J. Thompson" userId="abd38527-ecfe-449f-bd57-123309a8e21a" providerId="ADAL" clId="{695A6845-D7CB-40F3-B8D3-26BA2ACD0DF8}" dt="2026-02-20T01:48:59.453" v="353" actId="26606"/>
          <ac:spMkLst>
            <pc:docMk/>
            <pc:sldMk cId="2407207789" sldId="269"/>
            <ac:spMk id="23" creationId="{0A1E0707-4985-454B-ACE0-4855BB55875E}"/>
          </ac:spMkLst>
        </pc:spChg>
        <pc:spChg chg="add del">
          <ac:chgData name="Evan J. Thompson" userId="abd38527-ecfe-449f-bd57-123309a8e21a" providerId="ADAL" clId="{695A6845-D7CB-40F3-B8D3-26BA2ACD0DF8}" dt="2026-02-20T01:49:15.758" v="355" actId="26606"/>
          <ac:spMkLst>
            <pc:docMk/>
            <pc:sldMk cId="2407207789" sldId="269"/>
            <ac:spMk id="25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20T01:49:15.758" v="355" actId="26606"/>
          <ac:spMkLst>
            <pc:docMk/>
            <pc:sldMk cId="2407207789" sldId="269"/>
            <ac:spMk id="28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20T01:49:16.765" v="357" actId="26606"/>
          <ac:spMkLst>
            <pc:docMk/>
            <pc:sldMk cId="2407207789" sldId="269"/>
            <ac:spMk id="30" creationId="{20366137-3DBB-4912-98D5-6727020207DE}"/>
          </ac:spMkLst>
        </pc:spChg>
        <pc:spChg chg="add del">
          <ac:chgData name="Evan J. Thompson" userId="abd38527-ecfe-449f-bd57-123309a8e21a" providerId="ADAL" clId="{695A6845-D7CB-40F3-B8D3-26BA2ACD0DF8}" dt="2026-02-20T01:49:16.765" v="357" actId="26606"/>
          <ac:spMkLst>
            <pc:docMk/>
            <pc:sldMk cId="2407207789" sldId="269"/>
            <ac:spMk id="31" creationId="{5D28D1CE-5BF4-45B7-8D6D-B31A3198079C}"/>
          </ac:spMkLst>
        </pc:spChg>
        <pc:spChg chg="add del">
          <ac:chgData name="Evan J. Thompson" userId="abd38527-ecfe-449f-bd57-123309a8e21a" providerId="ADAL" clId="{695A6845-D7CB-40F3-B8D3-26BA2ACD0DF8}" dt="2026-02-20T01:49:16.765" v="357" actId="26606"/>
          <ac:spMkLst>
            <pc:docMk/>
            <pc:sldMk cId="2407207789" sldId="269"/>
            <ac:spMk id="32" creationId="{50F6D32F-87B8-FB0A-092D-62232A952891}"/>
          </ac:spMkLst>
        </pc:spChg>
        <pc:spChg chg="add del">
          <ac:chgData name="Evan J. Thompson" userId="abd38527-ecfe-449f-bd57-123309a8e21a" providerId="ADAL" clId="{695A6845-D7CB-40F3-B8D3-26BA2ACD0DF8}" dt="2026-02-20T01:49:19.435" v="359" actId="26606"/>
          <ac:spMkLst>
            <pc:docMk/>
            <pc:sldMk cId="2407207789" sldId="269"/>
            <ac:spMk id="34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20T01:49:19.435" v="359" actId="26606"/>
          <ac:spMkLst>
            <pc:docMk/>
            <pc:sldMk cId="2407207789" sldId="269"/>
            <ac:spMk id="37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20T01:49:21.028" v="361" actId="26606"/>
          <ac:spMkLst>
            <pc:docMk/>
            <pc:sldMk cId="2407207789" sldId="269"/>
            <ac:spMk id="39" creationId="{C4879EFC-8E62-4E00-973C-C45EE9EC676D}"/>
          </ac:spMkLst>
        </pc:spChg>
        <pc:spChg chg="add del">
          <ac:chgData name="Evan J. Thompson" userId="abd38527-ecfe-449f-bd57-123309a8e21a" providerId="ADAL" clId="{695A6845-D7CB-40F3-B8D3-26BA2ACD0DF8}" dt="2026-02-20T01:49:21.028" v="361" actId="26606"/>
          <ac:spMkLst>
            <pc:docMk/>
            <pc:sldMk cId="2407207789" sldId="269"/>
            <ac:spMk id="40" creationId="{D6A9C53F-5F90-40A5-8C85-5412D39C8C68}"/>
          </ac:spMkLst>
        </pc:spChg>
        <pc:spChg chg="add del">
          <ac:chgData name="Evan J. Thompson" userId="abd38527-ecfe-449f-bd57-123309a8e21a" providerId="ADAL" clId="{695A6845-D7CB-40F3-B8D3-26BA2ACD0DF8}" dt="2026-02-20T01:49:23.618" v="363" actId="26606"/>
          <ac:spMkLst>
            <pc:docMk/>
            <pc:sldMk cId="2407207789" sldId="269"/>
            <ac:spMk id="42" creationId="{20366137-3DBB-4912-98D5-6727020207DE}"/>
          </ac:spMkLst>
        </pc:spChg>
        <pc:spChg chg="add del">
          <ac:chgData name="Evan J. Thompson" userId="abd38527-ecfe-449f-bd57-123309a8e21a" providerId="ADAL" clId="{695A6845-D7CB-40F3-B8D3-26BA2ACD0DF8}" dt="2026-02-20T01:49:23.618" v="363" actId="26606"/>
          <ac:spMkLst>
            <pc:docMk/>
            <pc:sldMk cId="2407207789" sldId="269"/>
            <ac:spMk id="43" creationId="{5D28D1CE-5BF4-45B7-8D6D-B31A3198079C}"/>
          </ac:spMkLst>
        </pc:spChg>
        <pc:spChg chg="add del">
          <ac:chgData name="Evan J. Thompson" userId="abd38527-ecfe-449f-bd57-123309a8e21a" providerId="ADAL" clId="{695A6845-D7CB-40F3-B8D3-26BA2ACD0DF8}" dt="2026-02-20T01:49:23.618" v="363" actId="26606"/>
          <ac:spMkLst>
            <pc:docMk/>
            <pc:sldMk cId="2407207789" sldId="269"/>
            <ac:spMk id="44" creationId="{79585BEF-CA8F-FAA2-C430-76A30E21809C}"/>
          </ac:spMkLst>
        </pc:spChg>
        <pc:spChg chg="add del">
          <ac:chgData name="Evan J. Thompson" userId="abd38527-ecfe-449f-bd57-123309a8e21a" providerId="ADAL" clId="{695A6845-D7CB-40F3-B8D3-26BA2ACD0DF8}" dt="2026-02-20T01:49:24.213" v="365" actId="26606"/>
          <ac:spMkLst>
            <pc:docMk/>
            <pc:sldMk cId="2407207789" sldId="269"/>
            <ac:spMk id="46" creationId="{542C480D-DE03-9C34-B790-5D9AACD25477}"/>
          </ac:spMkLst>
        </pc:spChg>
        <pc:spChg chg="add del">
          <ac:chgData name="Evan J. Thompson" userId="abd38527-ecfe-449f-bd57-123309a8e21a" providerId="ADAL" clId="{695A6845-D7CB-40F3-B8D3-26BA2ACD0DF8}" dt="2026-02-20T01:49:26.746" v="367" actId="26606"/>
          <ac:spMkLst>
            <pc:docMk/>
            <pc:sldMk cId="2407207789" sldId="269"/>
            <ac:spMk id="50" creationId="{F1E9D150-AFED-F2EB-C2EE-994312B4DCA4}"/>
          </ac:spMkLst>
        </pc:spChg>
        <pc:spChg chg="add del">
          <ac:chgData name="Evan J. Thompson" userId="abd38527-ecfe-449f-bd57-123309a8e21a" providerId="ADAL" clId="{695A6845-D7CB-40F3-B8D3-26BA2ACD0DF8}" dt="2026-02-20T01:49:30.200" v="369" actId="26606"/>
          <ac:spMkLst>
            <pc:docMk/>
            <pc:sldMk cId="2407207789" sldId="269"/>
            <ac:spMk id="55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20T01:49:30.200" v="369" actId="26606"/>
          <ac:spMkLst>
            <pc:docMk/>
            <pc:sldMk cId="2407207789" sldId="269"/>
            <ac:spMk id="58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20T01:49:30.730" v="371" actId="26606"/>
          <ac:spMkLst>
            <pc:docMk/>
            <pc:sldMk cId="2407207789" sldId="269"/>
            <ac:spMk id="60" creationId="{61293230-B0F6-45B1-96D1-13D18E242995}"/>
          </ac:spMkLst>
        </pc:spChg>
        <pc:spChg chg="add del">
          <ac:chgData name="Evan J. Thompson" userId="abd38527-ecfe-449f-bd57-123309a8e21a" providerId="ADAL" clId="{695A6845-D7CB-40F3-B8D3-26BA2ACD0DF8}" dt="2026-02-20T01:49:30.730" v="371" actId="26606"/>
          <ac:spMkLst>
            <pc:docMk/>
            <pc:sldMk cId="2407207789" sldId="269"/>
            <ac:spMk id="61" creationId="{0A1E0707-4985-454B-ACE0-4855BB55875E}"/>
          </ac:spMkLst>
        </pc:spChg>
        <pc:spChg chg="add del">
          <ac:chgData name="Evan J. Thompson" userId="abd38527-ecfe-449f-bd57-123309a8e21a" providerId="ADAL" clId="{695A6845-D7CB-40F3-B8D3-26BA2ACD0DF8}" dt="2026-02-20T01:49:30.730" v="371" actId="26606"/>
          <ac:spMkLst>
            <pc:docMk/>
            <pc:sldMk cId="2407207789" sldId="269"/>
            <ac:spMk id="62" creationId="{CE3351F1-E784-6334-0530-BF8E4286CDE6}"/>
          </ac:spMkLst>
        </pc:spChg>
        <pc:spChg chg="add del">
          <ac:chgData name="Evan J. Thompson" userId="abd38527-ecfe-449f-bd57-123309a8e21a" providerId="ADAL" clId="{695A6845-D7CB-40F3-B8D3-26BA2ACD0DF8}" dt="2026-02-20T02:09:41.662" v="1423" actId="26606"/>
          <ac:spMkLst>
            <pc:docMk/>
            <pc:sldMk cId="2407207789" sldId="269"/>
            <ac:spMk id="64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20T02:09:41.662" v="1423" actId="26606"/>
          <ac:spMkLst>
            <pc:docMk/>
            <pc:sldMk cId="2407207789" sldId="269"/>
            <ac:spMk id="65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20T02:09:41.662" v="1423" actId="26606"/>
          <ac:spMkLst>
            <pc:docMk/>
            <pc:sldMk cId="2407207789" sldId="269"/>
            <ac:spMk id="66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20T02:09:41.662" v="1423" actId="26606"/>
          <ac:spMkLst>
            <pc:docMk/>
            <pc:sldMk cId="2407207789" sldId="269"/>
            <ac:spMk id="67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20T02:09:15.131" v="1406" actId="26606"/>
          <ac:spMkLst>
            <pc:docMk/>
            <pc:sldMk cId="2407207789" sldId="269"/>
            <ac:spMk id="71" creationId="{983EC290-6DB9-1696-FD88-9C00391707E5}"/>
          </ac:spMkLst>
        </pc:spChg>
        <pc:spChg chg="add del">
          <ac:chgData name="Evan J. Thompson" userId="abd38527-ecfe-449f-bd57-123309a8e21a" providerId="ADAL" clId="{695A6845-D7CB-40F3-B8D3-26BA2ACD0DF8}" dt="2026-02-20T02:09:26.116" v="1410" actId="26606"/>
          <ac:spMkLst>
            <pc:docMk/>
            <pc:sldMk cId="2407207789" sldId="269"/>
            <ac:spMk id="72" creationId="{A3329613-8831-4432-A62D-24A970EFC7DB}"/>
          </ac:spMkLst>
        </pc:spChg>
        <pc:spChg chg="add del">
          <ac:chgData name="Evan J. Thompson" userId="abd38527-ecfe-449f-bd57-123309a8e21a" providerId="ADAL" clId="{695A6845-D7CB-40F3-B8D3-26BA2ACD0DF8}" dt="2026-02-20T02:09:15.131" v="1406" actId="26606"/>
          <ac:spMkLst>
            <pc:docMk/>
            <pc:sldMk cId="2407207789" sldId="269"/>
            <ac:spMk id="74" creationId="{61293230-B0F6-45B1-96D1-13D18E242995}"/>
          </ac:spMkLst>
        </pc:spChg>
        <pc:spChg chg="add del">
          <ac:chgData name="Evan J. Thompson" userId="abd38527-ecfe-449f-bd57-123309a8e21a" providerId="ADAL" clId="{695A6845-D7CB-40F3-B8D3-26BA2ACD0DF8}" dt="2026-02-20T02:09:15.131" v="1406" actId="26606"/>
          <ac:spMkLst>
            <pc:docMk/>
            <pc:sldMk cId="2407207789" sldId="269"/>
            <ac:spMk id="76" creationId="{0A1E0707-4985-454B-ACE0-4855BB55875E}"/>
          </ac:spMkLst>
        </pc:spChg>
        <pc:spChg chg="add del">
          <ac:chgData name="Evan J. Thompson" userId="abd38527-ecfe-449f-bd57-123309a8e21a" providerId="ADAL" clId="{695A6845-D7CB-40F3-B8D3-26BA2ACD0DF8}" dt="2026-02-20T02:09:24.742" v="1408" actId="26606"/>
          <ac:spMkLst>
            <pc:docMk/>
            <pc:sldMk cId="2407207789" sldId="269"/>
            <ac:spMk id="78" creationId="{21AC6A30-4F22-4C0F-B278-19C5B8A80C55}"/>
          </ac:spMkLst>
        </pc:spChg>
        <pc:spChg chg="add del">
          <ac:chgData name="Evan J. Thompson" userId="abd38527-ecfe-449f-bd57-123309a8e21a" providerId="ADAL" clId="{695A6845-D7CB-40F3-B8D3-26BA2ACD0DF8}" dt="2026-02-20T02:09:24.742" v="1408" actId="26606"/>
          <ac:spMkLst>
            <pc:docMk/>
            <pc:sldMk cId="2407207789" sldId="269"/>
            <ac:spMk id="79" creationId="{BB4335AD-65B1-44E4-90AF-264024FE4BD2}"/>
          </ac:spMkLst>
        </pc:spChg>
        <pc:spChg chg="add del">
          <ac:chgData name="Evan J. Thompson" userId="abd38527-ecfe-449f-bd57-123309a8e21a" providerId="ADAL" clId="{695A6845-D7CB-40F3-B8D3-26BA2ACD0DF8}" dt="2026-02-20T02:09:24.742" v="1408" actId="26606"/>
          <ac:spMkLst>
            <pc:docMk/>
            <pc:sldMk cId="2407207789" sldId="269"/>
            <ac:spMk id="80" creationId="{64CBD08B-134E-E161-80D1-545B1CC10B6B}"/>
          </ac:spMkLst>
        </pc:spChg>
        <pc:spChg chg="add del">
          <ac:chgData name="Evan J. Thompson" userId="abd38527-ecfe-449f-bd57-123309a8e21a" providerId="ADAL" clId="{695A6845-D7CB-40F3-B8D3-26BA2ACD0DF8}" dt="2026-02-20T02:09:26.116" v="1410" actId="26606"/>
          <ac:spMkLst>
            <pc:docMk/>
            <pc:sldMk cId="2407207789" sldId="269"/>
            <ac:spMk id="82" creationId="{2A4E0407-A637-4681-B905-C53E4216CE00}"/>
          </ac:spMkLst>
        </pc:spChg>
        <pc:spChg chg="add del">
          <ac:chgData name="Evan J. Thompson" userId="abd38527-ecfe-449f-bd57-123309a8e21a" providerId="ADAL" clId="{695A6845-D7CB-40F3-B8D3-26BA2ACD0DF8}" dt="2026-02-20T02:09:26.735" v="1412" actId="26606"/>
          <ac:spMkLst>
            <pc:docMk/>
            <pc:sldMk cId="2407207789" sldId="269"/>
            <ac:spMk id="84" creationId="{21AC6A30-4F22-4C0F-B278-19C5B8A80C55}"/>
          </ac:spMkLst>
        </pc:spChg>
        <pc:spChg chg="add del">
          <ac:chgData name="Evan J. Thompson" userId="abd38527-ecfe-449f-bd57-123309a8e21a" providerId="ADAL" clId="{695A6845-D7CB-40F3-B8D3-26BA2ACD0DF8}" dt="2026-02-20T02:09:26.735" v="1412" actId="26606"/>
          <ac:spMkLst>
            <pc:docMk/>
            <pc:sldMk cId="2407207789" sldId="269"/>
            <ac:spMk id="85" creationId="{BB4335AD-65B1-44E4-90AF-264024FE4BD2}"/>
          </ac:spMkLst>
        </pc:spChg>
        <pc:spChg chg="add del">
          <ac:chgData name="Evan J. Thompson" userId="abd38527-ecfe-449f-bd57-123309a8e21a" providerId="ADAL" clId="{695A6845-D7CB-40F3-B8D3-26BA2ACD0DF8}" dt="2026-02-20T02:09:26.735" v="1412" actId="26606"/>
          <ac:spMkLst>
            <pc:docMk/>
            <pc:sldMk cId="2407207789" sldId="269"/>
            <ac:spMk id="86" creationId="{64CBD08B-134E-E161-80D1-545B1CC10B6B}"/>
          </ac:spMkLst>
        </pc:spChg>
        <pc:spChg chg="add del">
          <ac:chgData name="Evan J. Thompson" userId="abd38527-ecfe-449f-bd57-123309a8e21a" providerId="ADAL" clId="{695A6845-D7CB-40F3-B8D3-26BA2ACD0DF8}" dt="2026-02-20T02:09:27.482" v="1414" actId="26606"/>
          <ac:spMkLst>
            <pc:docMk/>
            <pc:sldMk cId="2407207789" sldId="269"/>
            <ac:spMk id="88" creationId="{61293230-B0F6-45B1-96D1-13D18E242995}"/>
          </ac:spMkLst>
        </pc:spChg>
        <pc:spChg chg="add del">
          <ac:chgData name="Evan J. Thompson" userId="abd38527-ecfe-449f-bd57-123309a8e21a" providerId="ADAL" clId="{695A6845-D7CB-40F3-B8D3-26BA2ACD0DF8}" dt="2026-02-20T02:09:27.482" v="1414" actId="26606"/>
          <ac:spMkLst>
            <pc:docMk/>
            <pc:sldMk cId="2407207789" sldId="269"/>
            <ac:spMk id="89" creationId="{0A1E0707-4985-454B-ACE0-4855BB55875E}"/>
          </ac:spMkLst>
        </pc:spChg>
        <pc:spChg chg="add del">
          <ac:chgData name="Evan J. Thompson" userId="abd38527-ecfe-449f-bd57-123309a8e21a" providerId="ADAL" clId="{695A6845-D7CB-40F3-B8D3-26BA2ACD0DF8}" dt="2026-02-20T02:09:27.482" v="1414" actId="26606"/>
          <ac:spMkLst>
            <pc:docMk/>
            <pc:sldMk cId="2407207789" sldId="269"/>
            <ac:spMk id="90" creationId="{983EC290-6DB9-1696-FD88-9C00391707E5}"/>
          </ac:spMkLst>
        </pc:spChg>
        <pc:spChg chg="add del">
          <ac:chgData name="Evan J. Thompson" userId="abd38527-ecfe-449f-bd57-123309a8e21a" providerId="ADAL" clId="{695A6845-D7CB-40F3-B8D3-26BA2ACD0DF8}" dt="2026-02-20T02:09:33.077" v="1416" actId="26606"/>
          <ac:spMkLst>
            <pc:docMk/>
            <pc:sldMk cId="2407207789" sldId="269"/>
            <ac:spMk id="92" creationId="{A3329613-8831-4432-A62D-24A970EFC7DB}"/>
          </ac:spMkLst>
        </pc:spChg>
        <pc:spChg chg="add del">
          <ac:chgData name="Evan J. Thompson" userId="abd38527-ecfe-449f-bd57-123309a8e21a" providerId="ADAL" clId="{695A6845-D7CB-40F3-B8D3-26BA2ACD0DF8}" dt="2026-02-20T02:09:33.077" v="1416" actId="26606"/>
          <ac:spMkLst>
            <pc:docMk/>
            <pc:sldMk cId="2407207789" sldId="269"/>
            <ac:spMk id="93" creationId="{2A4E0407-A637-4681-B905-C53E4216CE00}"/>
          </ac:spMkLst>
        </pc:spChg>
        <pc:spChg chg="add del">
          <ac:chgData name="Evan J. Thompson" userId="abd38527-ecfe-449f-bd57-123309a8e21a" providerId="ADAL" clId="{695A6845-D7CB-40F3-B8D3-26BA2ACD0DF8}" dt="2026-02-20T02:09:36.760" v="1418" actId="26606"/>
          <ac:spMkLst>
            <pc:docMk/>
            <pc:sldMk cId="2407207789" sldId="269"/>
            <ac:spMk id="95" creationId="{55C01129-3453-464D-A870-ED71C6E89D60}"/>
          </ac:spMkLst>
        </pc:spChg>
        <pc:spChg chg="add del">
          <ac:chgData name="Evan J. Thompson" userId="abd38527-ecfe-449f-bd57-123309a8e21a" providerId="ADAL" clId="{695A6845-D7CB-40F3-B8D3-26BA2ACD0DF8}" dt="2026-02-20T02:09:36.760" v="1418" actId="26606"/>
          <ac:spMkLst>
            <pc:docMk/>
            <pc:sldMk cId="2407207789" sldId="269"/>
            <ac:spMk id="96" creationId="{9D2781A6-5C82-4764-B489-F9A599C0A7EB}"/>
          </ac:spMkLst>
        </pc:spChg>
        <pc:spChg chg="add del">
          <ac:chgData name="Evan J. Thompson" userId="abd38527-ecfe-449f-bd57-123309a8e21a" providerId="ADAL" clId="{695A6845-D7CB-40F3-B8D3-26BA2ACD0DF8}" dt="2026-02-20T02:09:36.760" v="1418" actId="26606"/>
          <ac:spMkLst>
            <pc:docMk/>
            <pc:sldMk cId="2407207789" sldId="269"/>
            <ac:spMk id="97" creationId="{787F3C56-3724-AE67-D851-A101DB19DA41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99" creationId="{B712E947-0734-45F9-9C4F-41114EC3A33E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100" creationId="{4C6B5652-C661-4C58-B937-F0F490F7FCB2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101" creationId="{0B936867-6407-43FB-9DE6-1B0879D0CB31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103" creationId="{C8D58395-74AF-401A-AF2F-76B6FCF71DFE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104" creationId="{2F003F3F-F118-41D2-AA3F-74DB0D1970BB}"/>
          </ac:spMkLst>
        </pc:spChg>
        <pc:spChg chg="add del">
          <ac:chgData name="Evan J. Thompson" userId="abd38527-ecfe-449f-bd57-123309a8e21a" providerId="ADAL" clId="{695A6845-D7CB-40F3-B8D3-26BA2ACD0DF8}" dt="2026-02-20T02:09:37.744" v="1420" actId="26606"/>
          <ac:spMkLst>
            <pc:docMk/>
            <pc:sldMk cId="2407207789" sldId="269"/>
            <ac:spMk id="105" creationId="{72975F24-D1F7-CD89-1DCA-43D1B7D57505}"/>
          </ac:spMkLst>
        </pc:spChg>
        <pc:spChg chg="add del">
          <ac:chgData name="Evan J. Thompson" userId="abd38527-ecfe-449f-bd57-123309a8e21a" providerId="ADAL" clId="{695A6845-D7CB-40F3-B8D3-26BA2ACD0DF8}" dt="2026-02-20T02:09:41.658" v="1422" actId="26606"/>
          <ac:spMkLst>
            <pc:docMk/>
            <pc:sldMk cId="2407207789" sldId="269"/>
            <ac:spMk id="107" creationId="{A3329613-8831-4432-A62D-24A970EFC7DB}"/>
          </ac:spMkLst>
        </pc:spChg>
        <pc:spChg chg="add del">
          <ac:chgData name="Evan J. Thompson" userId="abd38527-ecfe-449f-bd57-123309a8e21a" providerId="ADAL" clId="{695A6845-D7CB-40F3-B8D3-26BA2ACD0DF8}" dt="2026-02-20T02:09:41.658" v="1422" actId="26606"/>
          <ac:spMkLst>
            <pc:docMk/>
            <pc:sldMk cId="2407207789" sldId="269"/>
            <ac:spMk id="108" creationId="{2A4E0407-A637-4681-B905-C53E4216CE00}"/>
          </ac:spMkLst>
        </pc:spChg>
        <pc:spChg chg="add del">
          <ac:chgData name="Evan J. Thompson" userId="abd38527-ecfe-449f-bd57-123309a8e21a" providerId="ADAL" clId="{695A6845-D7CB-40F3-B8D3-26BA2ACD0DF8}" dt="2026-02-20T02:12:05.065" v="1453" actId="26606"/>
          <ac:spMkLst>
            <pc:docMk/>
            <pc:sldMk cId="2407207789" sldId="269"/>
            <ac:spMk id="110" creationId="{55C01129-3453-464D-A870-ED71C6E89D60}"/>
          </ac:spMkLst>
        </pc:spChg>
        <pc:spChg chg="add del">
          <ac:chgData name="Evan J. Thompson" userId="abd38527-ecfe-449f-bd57-123309a8e21a" providerId="ADAL" clId="{695A6845-D7CB-40F3-B8D3-26BA2ACD0DF8}" dt="2026-02-20T02:12:05.065" v="1453" actId="26606"/>
          <ac:spMkLst>
            <pc:docMk/>
            <pc:sldMk cId="2407207789" sldId="269"/>
            <ac:spMk id="111" creationId="{9D2781A6-5C82-4764-B489-F9A599C0A7EB}"/>
          </ac:spMkLst>
        </pc:spChg>
        <pc:spChg chg="add mod">
          <ac:chgData name="Evan J. Thompson" userId="abd38527-ecfe-449f-bd57-123309a8e21a" providerId="ADAL" clId="{695A6845-D7CB-40F3-B8D3-26BA2ACD0DF8}" dt="2026-02-20T02:12:05.062" v="1452" actId="26606"/>
          <ac:spMkLst>
            <pc:docMk/>
            <pc:sldMk cId="2407207789" sldId="269"/>
            <ac:spMk id="112" creationId="{787F3C56-3724-AE67-D851-A101DB19DA41}"/>
          </ac:spMkLst>
        </pc:spChg>
        <pc:spChg chg="add del">
          <ac:chgData name="Evan J. Thompson" userId="abd38527-ecfe-449f-bd57-123309a8e21a" providerId="ADAL" clId="{695A6845-D7CB-40F3-B8D3-26BA2ACD0DF8}" dt="2026-02-20T02:11:27.068" v="1446" actId="26606"/>
          <ac:spMkLst>
            <pc:docMk/>
            <pc:sldMk cId="2407207789" sldId="269"/>
            <ac:spMk id="117" creationId="{20366137-3DBB-4912-98D5-6727020207DE}"/>
          </ac:spMkLst>
        </pc:spChg>
        <pc:spChg chg="add del">
          <ac:chgData name="Evan J. Thompson" userId="abd38527-ecfe-449f-bd57-123309a8e21a" providerId="ADAL" clId="{695A6845-D7CB-40F3-B8D3-26BA2ACD0DF8}" dt="2026-02-20T02:11:27.068" v="1446" actId="26606"/>
          <ac:spMkLst>
            <pc:docMk/>
            <pc:sldMk cId="2407207789" sldId="269"/>
            <ac:spMk id="119" creationId="{5D28D1CE-5BF4-45B7-8D6D-B31A3198079C}"/>
          </ac:spMkLst>
        </pc:spChg>
        <pc:spChg chg="add del">
          <ac:chgData name="Evan J. Thompson" userId="abd38527-ecfe-449f-bd57-123309a8e21a" providerId="ADAL" clId="{695A6845-D7CB-40F3-B8D3-26BA2ACD0DF8}" dt="2026-02-20T02:11:31.962" v="1448" actId="26606"/>
          <ac:spMkLst>
            <pc:docMk/>
            <pc:sldMk cId="2407207789" sldId="269"/>
            <ac:spMk id="121" creationId="{2A80AE89-C471-4714-84F4-9F4010BB200F}"/>
          </ac:spMkLst>
        </pc:spChg>
        <pc:spChg chg="add del">
          <ac:chgData name="Evan J. Thompson" userId="abd38527-ecfe-449f-bd57-123309a8e21a" providerId="ADAL" clId="{695A6845-D7CB-40F3-B8D3-26BA2ACD0DF8}" dt="2026-02-20T02:11:31.962" v="1448" actId="26606"/>
          <ac:spMkLst>
            <pc:docMk/>
            <pc:sldMk cId="2407207789" sldId="269"/>
            <ac:spMk id="122" creationId="{C5278130-DFE0-457B-8698-88DF69019DDE}"/>
          </ac:spMkLst>
        </pc:spChg>
        <pc:spChg chg="add del">
          <ac:chgData name="Evan J. Thompson" userId="abd38527-ecfe-449f-bd57-123309a8e21a" providerId="ADAL" clId="{695A6845-D7CB-40F3-B8D3-26BA2ACD0DF8}" dt="2026-02-20T02:11:31.962" v="1448" actId="26606"/>
          <ac:spMkLst>
            <pc:docMk/>
            <pc:sldMk cId="2407207789" sldId="269"/>
            <ac:spMk id="124" creationId="{2F99531B-1681-4D6E-BECB-18325B33A618}"/>
          </ac:spMkLst>
        </pc:spChg>
        <pc:spChg chg="add del">
          <ac:chgData name="Evan J. Thompson" userId="abd38527-ecfe-449f-bd57-123309a8e21a" providerId="ADAL" clId="{695A6845-D7CB-40F3-B8D3-26BA2ACD0DF8}" dt="2026-02-20T02:11:31.962" v="1448" actId="26606"/>
          <ac:spMkLst>
            <pc:docMk/>
            <pc:sldMk cId="2407207789" sldId="269"/>
            <ac:spMk id="125" creationId="{9B57D9A5-B0E6-43E8-854F-D4931B715AD7}"/>
          </ac:spMkLst>
        </pc:spChg>
        <pc:spChg chg="add del">
          <ac:chgData name="Evan J. Thompson" userId="abd38527-ecfe-449f-bd57-123309a8e21a" providerId="ADAL" clId="{695A6845-D7CB-40F3-B8D3-26BA2ACD0DF8}" dt="2026-02-20T02:11:34.380" v="1450" actId="26606"/>
          <ac:spMkLst>
            <pc:docMk/>
            <pc:sldMk cId="2407207789" sldId="269"/>
            <ac:spMk id="129" creationId="{20366137-3DBB-4912-98D5-6727020207DE}"/>
          </ac:spMkLst>
        </pc:spChg>
        <pc:spChg chg="add del">
          <ac:chgData name="Evan J. Thompson" userId="abd38527-ecfe-449f-bd57-123309a8e21a" providerId="ADAL" clId="{695A6845-D7CB-40F3-B8D3-26BA2ACD0DF8}" dt="2026-02-20T02:11:34.380" v="1450" actId="26606"/>
          <ac:spMkLst>
            <pc:docMk/>
            <pc:sldMk cId="2407207789" sldId="269"/>
            <ac:spMk id="130" creationId="{5D28D1CE-5BF4-45B7-8D6D-B31A3198079C}"/>
          </ac:spMkLst>
        </pc:spChg>
        <pc:spChg chg="add del">
          <ac:chgData name="Evan J. Thompson" userId="abd38527-ecfe-449f-bd57-123309a8e21a" providerId="ADAL" clId="{695A6845-D7CB-40F3-B8D3-26BA2ACD0DF8}" dt="2026-02-20T02:12:05.062" v="1452" actId="26606"/>
          <ac:spMkLst>
            <pc:docMk/>
            <pc:sldMk cId="2407207789" sldId="269"/>
            <ac:spMk id="132" creationId="{C5278130-DFE0-457B-8698-88DF69019DDE}"/>
          </ac:spMkLst>
        </pc:spChg>
        <pc:spChg chg="add del">
          <ac:chgData name="Evan J. Thompson" userId="abd38527-ecfe-449f-bd57-123309a8e21a" providerId="ADAL" clId="{695A6845-D7CB-40F3-B8D3-26BA2ACD0DF8}" dt="2026-02-20T02:12:05.062" v="1452" actId="26606"/>
          <ac:spMkLst>
            <pc:docMk/>
            <pc:sldMk cId="2407207789" sldId="269"/>
            <ac:spMk id="133" creationId="{2F99531B-1681-4D6E-BECB-18325B33A618}"/>
          </ac:spMkLst>
        </pc:spChg>
        <pc:spChg chg="add del">
          <ac:chgData name="Evan J. Thompson" userId="abd38527-ecfe-449f-bd57-123309a8e21a" providerId="ADAL" clId="{695A6845-D7CB-40F3-B8D3-26BA2ACD0DF8}" dt="2026-02-20T02:12:05.062" v="1452" actId="26606"/>
          <ac:spMkLst>
            <pc:docMk/>
            <pc:sldMk cId="2407207789" sldId="269"/>
            <ac:spMk id="134" creationId="{2A80AE89-C471-4714-84F4-9F4010BB200F}"/>
          </ac:spMkLst>
        </pc:spChg>
        <pc:spChg chg="add del">
          <ac:chgData name="Evan J. Thompson" userId="abd38527-ecfe-449f-bd57-123309a8e21a" providerId="ADAL" clId="{695A6845-D7CB-40F3-B8D3-26BA2ACD0DF8}" dt="2026-02-20T02:12:05.062" v="1452" actId="26606"/>
          <ac:spMkLst>
            <pc:docMk/>
            <pc:sldMk cId="2407207789" sldId="269"/>
            <ac:spMk id="136" creationId="{9B57D9A5-B0E6-43E8-854F-D4931B715AD7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407207789" sldId="269"/>
            <ac:spMk id="139" creationId="{55C01129-3453-464D-A870-ED71C6E89D60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407207789" sldId="269"/>
            <ac:spMk id="140" creationId="{9D2781A6-5C82-4764-B489-F9A599C0A7EB}"/>
          </ac:spMkLst>
        </pc:spChg>
        <pc:grpChg chg="add del">
          <ac:chgData name="Evan J. Thompson" userId="abd38527-ecfe-449f-bd57-123309a8e21a" providerId="ADAL" clId="{695A6845-D7CB-40F3-B8D3-26BA2ACD0DF8}" dt="2026-02-20T01:49:15.758" v="355" actId="26606"/>
          <ac:grpSpMkLst>
            <pc:docMk/>
            <pc:sldMk cId="2407207789" sldId="269"/>
            <ac:grpSpMk id="26" creationId="{3AF6A671-C637-4547-85F4-51B6D1881399}"/>
          </ac:grpSpMkLst>
        </pc:grpChg>
        <pc:grpChg chg="add del">
          <ac:chgData name="Evan J. Thompson" userId="abd38527-ecfe-449f-bd57-123309a8e21a" providerId="ADAL" clId="{695A6845-D7CB-40F3-B8D3-26BA2ACD0DF8}" dt="2026-02-20T01:49:19.435" v="359" actId="26606"/>
          <ac:grpSpMkLst>
            <pc:docMk/>
            <pc:sldMk cId="2407207789" sldId="269"/>
            <ac:grpSpMk id="35" creationId="{3AF6A671-C637-4547-85F4-51B6D1881399}"/>
          </ac:grpSpMkLst>
        </pc:grpChg>
        <pc:grpChg chg="add del">
          <ac:chgData name="Evan J. Thompson" userId="abd38527-ecfe-449f-bd57-123309a8e21a" providerId="ADAL" clId="{695A6845-D7CB-40F3-B8D3-26BA2ACD0DF8}" dt="2026-02-20T01:49:24.213" v="365" actId="26606"/>
          <ac:grpSpMkLst>
            <pc:docMk/>
            <pc:sldMk cId="2407207789" sldId="269"/>
            <ac:grpSpMk id="47" creationId="{792AA144-DDFF-C43B-6866-516C9091D065}"/>
          </ac:grpSpMkLst>
        </pc:grpChg>
        <pc:grpChg chg="add del">
          <ac:chgData name="Evan J. Thompson" userId="abd38527-ecfe-449f-bd57-123309a8e21a" providerId="ADAL" clId="{695A6845-D7CB-40F3-B8D3-26BA2ACD0DF8}" dt="2026-02-20T01:49:26.746" v="367" actId="26606"/>
          <ac:grpSpMkLst>
            <pc:docMk/>
            <pc:sldMk cId="2407207789" sldId="269"/>
            <ac:grpSpMk id="51" creationId="{12B241C5-7E45-AD52-638D-31E8FD2BC181}"/>
          </ac:grpSpMkLst>
        </pc:grpChg>
        <pc:grpChg chg="add del">
          <ac:chgData name="Evan J. Thompson" userId="abd38527-ecfe-449f-bd57-123309a8e21a" providerId="ADAL" clId="{695A6845-D7CB-40F3-B8D3-26BA2ACD0DF8}" dt="2026-02-20T01:49:30.200" v="369" actId="26606"/>
          <ac:grpSpMkLst>
            <pc:docMk/>
            <pc:sldMk cId="2407207789" sldId="269"/>
            <ac:grpSpMk id="56" creationId="{3AF6A671-C637-4547-85F4-51B6D1881399}"/>
          </ac:grpSpMkLst>
        </pc:grpChg>
        <pc:picChg chg="add del mod ord">
          <ac:chgData name="Evan J. Thompson" userId="abd38527-ecfe-449f-bd57-123309a8e21a" providerId="ADAL" clId="{695A6845-D7CB-40F3-B8D3-26BA2ACD0DF8}" dt="2026-02-20T01:31:42.497" v="336" actId="22"/>
          <ac:picMkLst>
            <pc:docMk/>
            <pc:sldMk cId="2407207789" sldId="269"/>
            <ac:picMk id="5" creationId="{EDDB6C82-A655-CAED-993B-EA27BB84069C}"/>
          </ac:picMkLst>
        </pc:picChg>
        <pc:picChg chg="add del mod ord">
          <ac:chgData name="Evan J. Thompson" userId="abd38527-ecfe-449f-bd57-123309a8e21a" providerId="ADAL" clId="{695A6845-D7CB-40F3-B8D3-26BA2ACD0DF8}" dt="2026-02-20T02:12:08.392" v="1454" actId="478"/>
          <ac:picMkLst>
            <pc:docMk/>
            <pc:sldMk cId="2407207789" sldId="269"/>
            <ac:picMk id="7" creationId="{6889E010-B916-B726-CA99-11D5BDA55AEE}"/>
          </ac:picMkLst>
        </pc:picChg>
        <pc:picChg chg="add del mod ord">
          <ac:chgData name="Evan J. Thompson" userId="abd38527-ecfe-449f-bd57-123309a8e21a" providerId="ADAL" clId="{695A6845-D7CB-40F3-B8D3-26BA2ACD0DF8}" dt="2026-02-20T02:12:08.947" v="1455" actId="478"/>
          <ac:picMkLst>
            <pc:docMk/>
            <pc:sldMk cId="2407207789" sldId="269"/>
            <ac:picMk id="9" creationId="{659460A6-6D1B-41D7-0C30-EBF7B9A44A0A}"/>
          </ac:picMkLst>
        </pc:picChg>
        <pc:picChg chg="add mod">
          <ac:chgData name="Evan J. Thompson" userId="abd38527-ecfe-449f-bd57-123309a8e21a" providerId="ADAL" clId="{695A6845-D7CB-40F3-B8D3-26BA2ACD0DF8}" dt="2026-02-20T02:12:18.834" v="1459" actId="1076"/>
          <ac:picMkLst>
            <pc:docMk/>
            <pc:sldMk cId="2407207789" sldId="269"/>
            <ac:picMk id="11" creationId="{8E153FCA-6881-7454-DC9D-4CFF3525E533}"/>
          </ac:picMkLst>
        </pc:picChg>
        <pc:picChg chg="add mod">
          <ac:chgData name="Evan J. Thompson" userId="abd38527-ecfe-449f-bd57-123309a8e21a" providerId="ADAL" clId="{695A6845-D7CB-40F3-B8D3-26BA2ACD0DF8}" dt="2026-02-20T02:12:40.536" v="1465" actId="1076"/>
          <ac:picMkLst>
            <pc:docMk/>
            <pc:sldMk cId="2407207789" sldId="269"/>
            <ac:picMk id="15" creationId="{7BBD7B2B-7870-C4E8-A65E-76E537DBDFED}"/>
          </ac:picMkLst>
        </pc:picChg>
      </pc:sldChg>
      <pc:sldChg chg="addSp delSp modSp new mod setBg delDesignElem">
        <pc:chgData name="Evan J. Thompson" userId="abd38527-ecfe-449f-bd57-123309a8e21a" providerId="ADAL" clId="{695A6845-D7CB-40F3-B8D3-26BA2ACD0DF8}" dt="2026-02-20T02:23:59.548" v="1784"/>
        <pc:sldMkLst>
          <pc:docMk/>
          <pc:sldMk cId="560803626" sldId="270"/>
        </pc:sldMkLst>
        <pc:spChg chg="mod">
          <ac:chgData name="Evan J. Thompson" userId="abd38527-ecfe-449f-bd57-123309a8e21a" providerId="ADAL" clId="{695A6845-D7CB-40F3-B8D3-26BA2ACD0DF8}" dt="2026-02-20T02:23:18.564" v="1774" actId="207"/>
          <ac:spMkLst>
            <pc:docMk/>
            <pc:sldMk cId="560803626" sldId="270"/>
            <ac:spMk id="2" creationId="{1D4A983B-0CE6-D758-9B8E-DD3735387A4D}"/>
          </ac:spMkLst>
        </pc:spChg>
        <pc:spChg chg="add del mod">
          <ac:chgData name="Evan J. Thompson" userId="abd38527-ecfe-449f-bd57-123309a8e21a" providerId="ADAL" clId="{695A6845-D7CB-40F3-B8D3-26BA2ACD0DF8}" dt="2026-02-20T02:23:19.934" v="1775" actId="207"/>
          <ac:spMkLst>
            <pc:docMk/>
            <pc:sldMk cId="560803626" sldId="270"/>
            <ac:spMk id="3" creationId="{5A4867AC-35F1-6B0E-B1E5-6436CA4D4E4C}"/>
          </ac:spMkLst>
        </pc:spChg>
        <pc:spChg chg="add">
          <ac:chgData name="Evan J. Thompson" userId="abd38527-ecfe-449f-bd57-123309a8e21a" providerId="ADAL" clId="{695A6845-D7CB-40F3-B8D3-26BA2ACD0DF8}" dt="2026-02-20T01:52:04.374" v="509" actId="26606"/>
          <ac:spMkLst>
            <pc:docMk/>
            <pc:sldMk cId="560803626" sldId="270"/>
            <ac:spMk id="12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2:42.655" v="537" actId="26606"/>
          <ac:spMkLst>
            <pc:docMk/>
            <pc:sldMk cId="560803626" sldId="270"/>
            <ac:spMk id="14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2:42.655" v="537" actId="26606"/>
          <ac:spMkLst>
            <pc:docMk/>
            <pc:sldMk cId="560803626" sldId="270"/>
            <ac:spMk id="16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2:42.650" v="536" actId="26606"/>
          <ac:spMkLst>
            <pc:docMk/>
            <pc:sldMk cId="560803626" sldId="270"/>
            <ac:spMk id="18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2:42.655" v="537" actId="26606"/>
          <ac:spMkLst>
            <pc:docMk/>
            <pc:sldMk cId="560803626" sldId="270"/>
            <ac:spMk id="20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2:42.655" v="537" actId="26606"/>
          <ac:spMkLst>
            <pc:docMk/>
            <pc:sldMk cId="560803626" sldId="270"/>
            <ac:spMk id="22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2:38.949" v="532" actId="26606"/>
          <ac:spMkLst>
            <pc:docMk/>
            <pc:sldMk cId="560803626" sldId="270"/>
            <ac:spMk id="29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2:38.949" v="532" actId="26606"/>
          <ac:spMkLst>
            <pc:docMk/>
            <pc:sldMk cId="560803626" sldId="270"/>
            <ac:spMk id="31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2:38.949" v="532" actId="26606"/>
          <ac:spMkLst>
            <pc:docMk/>
            <pc:sldMk cId="560803626" sldId="270"/>
            <ac:spMk id="33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2:38.949" v="532" actId="26606"/>
          <ac:spMkLst>
            <pc:docMk/>
            <pc:sldMk cId="560803626" sldId="270"/>
            <ac:spMk id="35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2:38.949" v="532" actId="26606"/>
          <ac:spMkLst>
            <pc:docMk/>
            <pc:sldMk cId="560803626" sldId="270"/>
            <ac:spMk id="37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2:41.567" v="534" actId="26606"/>
          <ac:spMkLst>
            <pc:docMk/>
            <pc:sldMk cId="560803626" sldId="270"/>
            <ac:spMk id="39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2:41.567" v="534" actId="26606"/>
          <ac:spMkLst>
            <pc:docMk/>
            <pc:sldMk cId="560803626" sldId="270"/>
            <ac:spMk id="40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2:41.567" v="534" actId="26606"/>
          <ac:spMkLst>
            <pc:docMk/>
            <pc:sldMk cId="560803626" sldId="270"/>
            <ac:spMk id="42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2:41.567" v="534" actId="26606"/>
          <ac:spMkLst>
            <pc:docMk/>
            <pc:sldMk cId="560803626" sldId="270"/>
            <ac:spMk id="43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2:41.567" v="534" actId="26606"/>
          <ac:spMkLst>
            <pc:docMk/>
            <pc:sldMk cId="560803626" sldId="270"/>
            <ac:spMk id="44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2:42.650" v="536" actId="26606"/>
          <ac:spMkLst>
            <pc:docMk/>
            <pc:sldMk cId="560803626" sldId="270"/>
            <ac:spMk id="46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2:42.650" v="536" actId="26606"/>
          <ac:spMkLst>
            <pc:docMk/>
            <pc:sldMk cId="560803626" sldId="270"/>
            <ac:spMk id="48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2:42.650" v="536" actId="26606"/>
          <ac:spMkLst>
            <pc:docMk/>
            <pc:sldMk cId="560803626" sldId="270"/>
            <ac:spMk id="49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2:42.650" v="536" actId="26606"/>
          <ac:spMkLst>
            <pc:docMk/>
            <pc:sldMk cId="560803626" sldId="270"/>
            <ac:spMk id="50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3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4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5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6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7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07.061" v="1404" actId="26606"/>
          <ac:spMkLst>
            <pc:docMk/>
            <pc:sldMk cId="560803626" sldId="270"/>
            <ac:spMk id="58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53.832" v="1430" actId="26606"/>
          <ac:spMkLst>
            <pc:docMk/>
            <pc:sldMk cId="560803626" sldId="270"/>
            <ac:spMk id="60" creationId="{F821940F-7A1D-4ACC-85B4-A932898ABB37}"/>
          </ac:spMkLst>
        </pc:spChg>
        <pc:spChg chg="add del">
          <ac:chgData name="Evan J. Thompson" userId="abd38527-ecfe-449f-bd57-123309a8e21a" providerId="ADAL" clId="{695A6845-D7CB-40F3-B8D3-26BA2ACD0DF8}" dt="2026-02-20T02:09:53.832" v="1430" actId="26606"/>
          <ac:spMkLst>
            <pc:docMk/>
            <pc:sldMk cId="560803626" sldId="270"/>
            <ac:spMk id="61" creationId="{16674508-81D3-48CF-96BF-7FC60EAA572A}"/>
          </ac:spMkLst>
        </pc:spChg>
        <pc:spChg chg="add del">
          <ac:chgData name="Evan J. Thompson" userId="abd38527-ecfe-449f-bd57-123309a8e21a" providerId="ADAL" clId="{695A6845-D7CB-40F3-B8D3-26BA2ACD0DF8}" dt="2026-02-20T01:56:52.019" v="680" actId="26606"/>
          <ac:spMkLst>
            <pc:docMk/>
            <pc:sldMk cId="560803626" sldId="270"/>
            <ac:spMk id="63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6:52.019" v="680" actId="26606"/>
          <ac:spMkLst>
            <pc:docMk/>
            <pc:sldMk cId="560803626" sldId="270"/>
            <ac:spMk id="65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9:50.351" v="1425" actId="26606"/>
          <ac:spMkLst>
            <pc:docMk/>
            <pc:sldMk cId="560803626" sldId="270"/>
            <ac:spMk id="66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1:56:52.019" v="680" actId="26606"/>
          <ac:spMkLst>
            <pc:docMk/>
            <pc:sldMk cId="560803626" sldId="270"/>
            <ac:spMk id="67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9:50.351" v="1425" actId="26606"/>
          <ac:spMkLst>
            <pc:docMk/>
            <pc:sldMk cId="560803626" sldId="270"/>
            <ac:spMk id="68" creationId="{0EBF3E39-B0BE-496A-8604-9007470FFA3A}"/>
          </ac:spMkLst>
        </pc:spChg>
        <pc:spChg chg="add del">
          <ac:chgData name="Evan J. Thompson" userId="abd38527-ecfe-449f-bd57-123309a8e21a" providerId="ADAL" clId="{695A6845-D7CB-40F3-B8D3-26BA2ACD0DF8}" dt="2026-02-20T02:09:52.827" v="1427" actId="26606"/>
          <ac:spMkLst>
            <pc:docMk/>
            <pc:sldMk cId="560803626" sldId="270"/>
            <ac:spMk id="70" creationId="{8EFC09D2-72D2-4174-A2DF-1017D0FEBD3D}"/>
          </ac:spMkLst>
        </pc:spChg>
        <pc:spChg chg="add del">
          <ac:chgData name="Evan J. Thompson" userId="abd38527-ecfe-449f-bd57-123309a8e21a" providerId="ADAL" clId="{695A6845-D7CB-40F3-B8D3-26BA2ACD0DF8}" dt="2026-02-20T01:56:52.019" v="680" actId="26606"/>
          <ac:spMkLst>
            <pc:docMk/>
            <pc:sldMk cId="560803626" sldId="270"/>
            <ac:spMk id="71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52.827" v="1427" actId="26606"/>
          <ac:spMkLst>
            <pc:docMk/>
            <pc:sldMk cId="560803626" sldId="270"/>
            <ac:spMk id="72" creationId="{78532AE1-3E02-470C-B898-A0C62F2E99AB}"/>
          </ac:spMkLst>
        </pc:spChg>
        <pc:spChg chg="add del">
          <ac:chgData name="Evan J. Thompson" userId="abd38527-ecfe-449f-bd57-123309a8e21a" providerId="ADAL" clId="{695A6845-D7CB-40F3-B8D3-26BA2ACD0DF8}" dt="2026-02-20T01:56:52.019" v="680" actId="26606"/>
          <ac:spMkLst>
            <pc:docMk/>
            <pc:sldMk cId="560803626" sldId="270"/>
            <ac:spMk id="73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52.827" v="1427" actId="26606"/>
          <ac:spMkLst>
            <pc:docMk/>
            <pc:sldMk cId="560803626" sldId="270"/>
            <ac:spMk id="74" creationId="{E7401DF7-4687-415B-A91D-DB43BEEBDFE5}"/>
          </ac:spMkLst>
        </pc:spChg>
        <pc:spChg chg="add del">
          <ac:chgData name="Evan J. Thompson" userId="abd38527-ecfe-449f-bd57-123309a8e21a" providerId="ADAL" clId="{695A6845-D7CB-40F3-B8D3-26BA2ACD0DF8}" dt="2026-02-20T01:56:52.994" v="682" actId="26606"/>
          <ac:spMkLst>
            <pc:docMk/>
            <pc:sldMk cId="560803626" sldId="270"/>
            <ac:spMk id="75" creationId="{0E3596DD-156A-473E-9BB3-C6A29F7574E9}"/>
          </ac:spMkLst>
        </pc:spChg>
        <pc:spChg chg="add del">
          <ac:chgData name="Evan J. Thompson" userId="abd38527-ecfe-449f-bd57-123309a8e21a" providerId="ADAL" clId="{695A6845-D7CB-40F3-B8D3-26BA2ACD0DF8}" dt="2026-02-20T01:56:52.994" v="682" actId="26606"/>
          <ac:spMkLst>
            <pc:docMk/>
            <pc:sldMk cId="560803626" sldId="270"/>
            <ac:spMk id="76" creationId="{2C46C4D6-C474-4E92-B52E-944C1118F7B6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77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6:57.213" v="684" actId="26606"/>
          <ac:spMkLst>
            <pc:docMk/>
            <pc:sldMk cId="560803626" sldId="270"/>
            <ac:spMk id="79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6:57.213" v="684" actId="26606"/>
          <ac:spMkLst>
            <pc:docMk/>
            <pc:sldMk cId="560803626" sldId="270"/>
            <ac:spMk id="80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6:57.213" v="684" actId="26606"/>
          <ac:spMkLst>
            <pc:docMk/>
            <pc:sldMk cId="560803626" sldId="270"/>
            <ac:spMk id="81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6:57.213" v="684" actId="26606"/>
          <ac:spMkLst>
            <pc:docMk/>
            <pc:sldMk cId="560803626" sldId="270"/>
            <ac:spMk id="82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6:57.213" v="684" actId="26606"/>
          <ac:spMkLst>
            <pc:docMk/>
            <pc:sldMk cId="560803626" sldId="270"/>
            <ac:spMk id="83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84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9.672" v="698" actId="26606"/>
          <ac:spMkLst>
            <pc:docMk/>
            <pc:sldMk cId="560803626" sldId="270"/>
            <ac:spMk id="85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7:19.672" v="698" actId="26606"/>
          <ac:spMkLst>
            <pc:docMk/>
            <pc:sldMk cId="560803626" sldId="270"/>
            <ac:spMk id="86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9.672" v="698" actId="26606"/>
          <ac:spMkLst>
            <pc:docMk/>
            <pc:sldMk cId="560803626" sldId="270"/>
            <ac:spMk id="87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9.672" v="698" actId="26606"/>
          <ac:spMkLst>
            <pc:docMk/>
            <pc:sldMk cId="560803626" sldId="270"/>
            <ac:spMk id="88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9.672" v="698" actId="26606"/>
          <ac:spMkLst>
            <pc:docMk/>
            <pc:sldMk cId="560803626" sldId="270"/>
            <ac:spMk id="89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91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92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93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53.827" v="1429" actId="26606"/>
          <ac:spMkLst>
            <pc:docMk/>
            <pc:sldMk cId="560803626" sldId="270"/>
            <ac:spMk id="94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560803626" sldId="270"/>
            <ac:spMk id="96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560803626" sldId="270"/>
            <ac:spMk id="97" creationId="{0EBF3E39-B0BE-496A-8604-9007470FFA3A}"/>
          </ac:spMkLst>
        </pc:spChg>
        <pc:picChg chg="add del mod ord">
          <ac:chgData name="Evan J. Thompson" userId="abd38527-ecfe-449f-bd57-123309a8e21a" providerId="ADAL" clId="{695A6845-D7CB-40F3-B8D3-26BA2ACD0DF8}" dt="2026-02-20T01:51:00.266" v="399" actId="22"/>
          <ac:picMkLst>
            <pc:docMk/>
            <pc:sldMk cId="560803626" sldId="270"/>
            <ac:picMk id="5" creationId="{96BB1AD9-E623-9D2D-E5DD-E3FF0A2D898F}"/>
          </ac:picMkLst>
        </pc:picChg>
        <pc:picChg chg="add mod">
          <ac:chgData name="Evan J. Thompson" userId="abd38527-ecfe-449f-bd57-123309a8e21a" providerId="ADAL" clId="{695A6845-D7CB-40F3-B8D3-26BA2ACD0DF8}" dt="2026-02-20T02:09:53.832" v="1430" actId="26606"/>
          <ac:picMkLst>
            <pc:docMk/>
            <pc:sldMk cId="560803626" sldId="270"/>
            <ac:picMk id="7" creationId="{FBC1089B-3527-651D-0E8B-AC213D3969A6}"/>
          </ac:picMkLst>
        </pc:picChg>
      </pc:sldChg>
      <pc:sldChg chg="del">
        <pc:chgData name="Evan J. Thompson" userId="abd38527-ecfe-449f-bd57-123309a8e21a" providerId="ADAL" clId="{695A6845-D7CB-40F3-B8D3-26BA2ACD0DF8}" dt="2026-02-20T00:59:51.434" v="284" actId="47"/>
        <pc:sldMkLst>
          <pc:docMk/>
          <pc:sldMk cId="1238818932" sldId="270"/>
        </pc:sldMkLst>
      </pc:sldChg>
      <pc:sldChg chg="del">
        <pc:chgData name="Evan J. Thompson" userId="abd38527-ecfe-449f-bd57-123309a8e21a" providerId="ADAL" clId="{695A6845-D7CB-40F3-B8D3-26BA2ACD0DF8}" dt="2026-02-20T00:59:51.551" v="285" actId="47"/>
        <pc:sldMkLst>
          <pc:docMk/>
          <pc:sldMk cId="2333963180" sldId="271"/>
        </pc:sldMkLst>
      </pc:sldChg>
      <pc:sldChg chg="addSp delSp modSp new mod setBg delDesignElem">
        <pc:chgData name="Evan J. Thompson" userId="abd38527-ecfe-449f-bd57-123309a8e21a" providerId="ADAL" clId="{695A6845-D7CB-40F3-B8D3-26BA2ACD0DF8}" dt="2026-02-20T02:23:59.548" v="1784"/>
        <pc:sldMkLst>
          <pc:docMk/>
          <pc:sldMk cId="4249792070" sldId="271"/>
        </pc:sldMkLst>
        <pc:spChg chg="mod">
          <ac:chgData name="Evan J. Thompson" userId="abd38527-ecfe-449f-bd57-123309a8e21a" providerId="ADAL" clId="{695A6845-D7CB-40F3-B8D3-26BA2ACD0DF8}" dt="2026-02-20T02:23:21.973" v="1776" actId="207"/>
          <ac:spMkLst>
            <pc:docMk/>
            <pc:sldMk cId="4249792070" sldId="271"/>
            <ac:spMk id="2" creationId="{6F9F4C1F-33F7-C027-E9BE-0F00ACA4ABCE}"/>
          </ac:spMkLst>
        </pc:spChg>
        <pc:spChg chg="mod ord">
          <ac:chgData name="Evan J. Thompson" userId="abd38527-ecfe-449f-bd57-123309a8e21a" providerId="ADAL" clId="{695A6845-D7CB-40F3-B8D3-26BA2ACD0DF8}" dt="2026-02-20T02:23:25.055" v="1777" actId="207"/>
          <ac:spMkLst>
            <pc:docMk/>
            <pc:sldMk cId="4249792070" sldId="271"/>
            <ac:spMk id="3" creationId="{3AF5F09A-404C-4185-59B6-F38457950DF1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9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10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11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12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13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14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15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16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17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18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9:01.884" v="1403" actId="26606"/>
          <ac:spMkLst>
            <pc:docMk/>
            <pc:sldMk cId="4249792070" sldId="271"/>
            <ac:spMk id="19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6:38.355" v="672" actId="26606"/>
          <ac:spMkLst>
            <pc:docMk/>
            <pc:sldMk cId="4249792070" sldId="271"/>
            <ac:spMk id="20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01.879" v="1402" actId="26606"/>
          <ac:spMkLst>
            <pc:docMk/>
            <pc:sldMk cId="4249792070" sldId="271"/>
            <ac:spMk id="21" creationId="{5D13CC36-B950-4F02-9BAF-9A7EB267398C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2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3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4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5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6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6:39.147" v="674" actId="26606"/>
          <ac:spMkLst>
            <pc:docMk/>
            <pc:sldMk cId="4249792070" sldId="271"/>
            <ac:spMk id="27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01.879" v="1402" actId="26606"/>
          <ac:spMkLst>
            <pc:docMk/>
            <pc:sldMk cId="4249792070" sldId="271"/>
            <ac:spMk id="28" creationId="{4F2E2428-58BA-458D-AA54-05502E63F32F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29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30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31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32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33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7:19.967" v="700" actId="26606"/>
          <ac:spMkLst>
            <pc:docMk/>
            <pc:sldMk cId="4249792070" sldId="271"/>
            <ac:spMk id="34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9:56.927" v="1431" actId="26606"/>
          <ac:spMkLst>
            <pc:docMk/>
            <pc:sldMk cId="4249792070" sldId="271"/>
            <ac:spMk id="35" creationId="{F821940F-7A1D-4ACC-85B4-A932898ABB37}"/>
          </ac:spMkLst>
        </pc:spChg>
        <pc:spChg chg="add del">
          <ac:chgData name="Evan J. Thompson" userId="abd38527-ecfe-449f-bd57-123309a8e21a" providerId="ADAL" clId="{695A6845-D7CB-40F3-B8D3-26BA2ACD0DF8}" dt="2026-02-20T02:09:56.927" v="1431" actId="26606"/>
          <ac:spMkLst>
            <pc:docMk/>
            <pc:sldMk cId="4249792070" sldId="271"/>
            <ac:spMk id="36" creationId="{16674508-81D3-48CF-96BF-7FC60EAA572A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4249792070" sldId="271"/>
            <ac:spMk id="38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1:57:19.816" v="699" actId="26606"/>
          <ac:spMkLst>
            <pc:docMk/>
            <pc:sldMk cId="4249792070" sldId="271"/>
            <ac:spMk id="39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4249792070" sldId="271"/>
            <ac:spMk id="40" creationId="{0EBF3E39-B0BE-496A-8604-9007470FFA3A}"/>
          </ac:spMkLst>
        </pc:spChg>
        <pc:spChg chg="add del">
          <ac:chgData name="Evan J. Thompson" userId="abd38527-ecfe-449f-bd57-123309a8e21a" providerId="ADAL" clId="{695A6845-D7CB-40F3-B8D3-26BA2ACD0DF8}" dt="2026-02-20T01:57:19.816" v="699" actId="26606"/>
          <ac:spMkLst>
            <pc:docMk/>
            <pc:sldMk cId="4249792070" sldId="271"/>
            <ac:spMk id="41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9.816" v="699" actId="26606"/>
          <ac:spMkLst>
            <pc:docMk/>
            <pc:sldMk cId="4249792070" sldId="271"/>
            <ac:spMk id="43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9.816" v="699" actId="26606"/>
          <ac:spMkLst>
            <pc:docMk/>
            <pc:sldMk cId="4249792070" sldId="271"/>
            <ac:spMk id="45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9.816" v="699" actId="26606"/>
          <ac:spMkLst>
            <pc:docMk/>
            <pc:sldMk cId="4249792070" sldId="271"/>
            <ac:spMk id="47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7:19.520" v="697" actId="26606"/>
          <ac:spMkLst>
            <pc:docMk/>
            <pc:sldMk cId="4249792070" sldId="271"/>
            <ac:spMk id="54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7:19.369" v="696" actId="26606"/>
          <ac:spMkLst>
            <pc:docMk/>
            <pc:sldMk cId="4249792070" sldId="271"/>
            <ac:spMk id="56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9.520" v="697" actId="26606"/>
          <ac:spMkLst>
            <pc:docMk/>
            <pc:sldMk cId="4249792070" sldId="271"/>
            <ac:spMk id="58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9.520" v="697" actId="26606"/>
          <ac:spMkLst>
            <pc:docMk/>
            <pc:sldMk cId="4249792070" sldId="271"/>
            <ac:spMk id="60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9.520" v="697" actId="26606"/>
          <ac:spMkLst>
            <pc:docMk/>
            <pc:sldMk cId="4249792070" sldId="271"/>
            <ac:spMk id="62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7:19.520" v="697" actId="26606"/>
          <ac:spMkLst>
            <pc:docMk/>
            <pc:sldMk cId="4249792070" sldId="271"/>
            <ac:spMk id="64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69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71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73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75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77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7:10.977" v="688" actId="26606"/>
          <ac:spMkLst>
            <pc:docMk/>
            <pc:sldMk cId="4249792070" sldId="271"/>
            <ac:spMk id="79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7:12.228" v="690" actId="26606"/>
          <ac:spMkLst>
            <pc:docMk/>
            <pc:sldMk cId="4249792070" sldId="271"/>
            <ac:spMk id="81" creationId="{2C61293E-6EBE-43EF-A52C-9BEBFD7679D4}"/>
          </ac:spMkLst>
        </pc:spChg>
        <pc:spChg chg="add del">
          <ac:chgData name="Evan J. Thompson" userId="abd38527-ecfe-449f-bd57-123309a8e21a" providerId="ADAL" clId="{695A6845-D7CB-40F3-B8D3-26BA2ACD0DF8}" dt="2026-02-20T01:57:12.228" v="690" actId="26606"/>
          <ac:spMkLst>
            <pc:docMk/>
            <pc:sldMk cId="4249792070" sldId="271"/>
            <ac:spMk id="82" creationId="{3FCFB1DE-0B7E-48CC-BA90-B2AB0889F9D6}"/>
          </ac:spMkLst>
        </pc:spChg>
        <pc:spChg chg="add del">
          <ac:chgData name="Evan J. Thompson" userId="abd38527-ecfe-449f-bd57-123309a8e21a" providerId="ADAL" clId="{695A6845-D7CB-40F3-B8D3-26BA2ACD0DF8}" dt="2026-02-20T01:57:13.707" v="692" actId="26606"/>
          <ac:spMkLst>
            <pc:docMk/>
            <pc:sldMk cId="4249792070" sldId="271"/>
            <ac:spMk id="84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1:57:13.707" v="692" actId="26606"/>
          <ac:spMkLst>
            <pc:docMk/>
            <pc:sldMk cId="4249792070" sldId="271"/>
            <ac:spMk id="85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3.707" v="692" actId="26606"/>
          <ac:spMkLst>
            <pc:docMk/>
            <pc:sldMk cId="4249792070" sldId="271"/>
            <ac:spMk id="86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3.707" v="692" actId="26606"/>
          <ac:spMkLst>
            <pc:docMk/>
            <pc:sldMk cId="4249792070" sldId="271"/>
            <ac:spMk id="87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1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2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3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4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5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1:57:16.496" v="694" actId="26606"/>
          <ac:spMkLst>
            <pc:docMk/>
            <pc:sldMk cId="4249792070" sldId="271"/>
            <ac:spMk id="96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1:57:19.369" v="696" actId="26606"/>
          <ac:spMkLst>
            <pc:docMk/>
            <pc:sldMk cId="4249792070" sldId="271"/>
            <ac:spMk id="98" creationId="{6EA86598-DA2C-41D5-BC0C-E877F8818EEB}"/>
          </ac:spMkLst>
        </pc:spChg>
        <pc:spChg chg="add del">
          <ac:chgData name="Evan J. Thompson" userId="abd38527-ecfe-449f-bd57-123309a8e21a" providerId="ADAL" clId="{695A6845-D7CB-40F3-B8D3-26BA2ACD0DF8}" dt="2026-02-20T01:57:19.369" v="696" actId="26606"/>
          <ac:spMkLst>
            <pc:docMk/>
            <pc:sldMk cId="4249792070" sldId="271"/>
            <ac:spMk id="99" creationId="{450D3AD2-FA80-415F-A9CE-54D884561CD7}"/>
          </ac:spMkLst>
        </pc:spChg>
        <pc:spChg chg="add del">
          <ac:chgData name="Evan J. Thompson" userId="abd38527-ecfe-449f-bd57-123309a8e21a" providerId="ADAL" clId="{695A6845-D7CB-40F3-B8D3-26BA2ACD0DF8}" dt="2026-02-20T01:57:19.369" v="696" actId="26606"/>
          <ac:spMkLst>
            <pc:docMk/>
            <pc:sldMk cId="4249792070" sldId="271"/>
            <ac:spMk id="100" creationId="{87F16C5A-0D41-47A9-B0A2-9C2AD7A8CF32}"/>
          </ac:spMkLst>
        </pc:spChg>
        <pc:picChg chg="add del mod">
          <ac:chgData name="Evan J. Thompson" userId="abd38527-ecfe-449f-bd57-123309a8e21a" providerId="ADAL" clId="{695A6845-D7CB-40F3-B8D3-26BA2ACD0DF8}" dt="2026-02-20T01:57:39.732" v="703" actId="478"/>
          <ac:picMkLst>
            <pc:docMk/>
            <pc:sldMk cId="4249792070" sldId="271"/>
            <ac:picMk id="5" creationId="{FA428344-ADA1-F9F3-6E5E-5F2A8CC99CE1}"/>
          </ac:picMkLst>
        </pc:picChg>
        <pc:picChg chg="add mod">
          <ac:chgData name="Evan J. Thompson" userId="abd38527-ecfe-449f-bd57-123309a8e21a" providerId="ADAL" clId="{695A6845-D7CB-40F3-B8D3-26BA2ACD0DF8}" dt="2026-02-20T02:09:56.927" v="1431" actId="26606"/>
          <ac:picMkLst>
            <pc:docMk/>
            <pc:sldMk cId="4249792070" sldId="271"/>
            <ac:picMk id="7" creationId="{0B2F43C8-CC4C-0D27-A8E3-48B1760F1BBF}"/>
          </ac:picMkLst>
        </pc:picChg>
      </pc:sldChg>
      <pc:sldChg chg="del">
        <pc:chgData name="Evan J. Thompson" userId="abd38527-ecfe-449f-bd57-123309a8e21a" providerId="ADAL" clId="{695A6845-D7CB-40F3-B8D3-26BA2ACD0DF8}" dt="2026-02-20T00:59:52.122" v="286" actId="47"/>
        <pc:sldMkLst>
          <pc:docMk/>
          <pc:sldMk cId="420083702" sldId="272"/>
        </pc:sldMkLst>
      </pc:sldChg>
      <pc:sldChg chg="addSp delSp modSp new mod setBg delDesignElem">
        <pc:chgData name="Evan J. Thompson" userId="abd38527-ecfe-449f-bd57-123309a8e21a" providerId="ADAL" clId="{695A6845-D7CB-40F3-B8D3-26BA2ACD0DF8}" dt="2026-02-20T02:28:20.226" v="2021" actId="20577"/>
        <pc:sldMkLst>
          <pc:docMk/>
          <pc:sldMk cId="2308930974" sldId="272"/>
        </pc:sldMkLst>
        <pc:spChg chg="mod">
          <ac:chgData name="Evan J. Thompson" userId="abd38527-ecfe-449f-bd57-123309a8e21a" providerId="ADAL" clId="{695A6845-D7CB-40F3-B8D3-26BA2ACD0DF8}" dt="2026-02-20T02:23:37.419" v="1781" actId="207"/>
          <ac:spMkLst>
            <pc:docMk/>
            <pc:sldMk cId="2308930974" sldId="272"/>
            <ac:spMk id="2" creationId="{81AE6FBE-90ED-3C0F-4E82-4ECAA23F66D5}"/>
          </ac:spMkLst>
        </pc:spChg>
        <pc:spChg chg="add del mod">
          <ac:chgData name="Evan J. Thompson" userId="abd38527-ecfe-449f-bd57-123309a8e21a" providerId="ADAL" clId="{695A6845-D7CB-40F3-B8D3-26BA2ACD0DF8}" dt="2026-02-20T02:28:20.226" v="2021" actId="20577"/>
          <ac:spMkLst>
            <pc:docMk/>
            <pc:sldMk cId="2308930974" sldId="272"/>
            <ac:spMk id="3" creationId="{E30538E7-0CB9-784A-3C7C-AF5F9EB55515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9" creationId="{548D95DE-55DB-485B-9F14-0638DD37CC41}"/>
          </ac:spMkLst>
        </pc:spChg>
        <pc:spChg chg="add del">
          <ac:chgData name="Evan J. Thompson" userId="abd38527-ecfe-449f-bd57-123309a8e21a" providerId="ADAL" clId="{695A6845-D7CB-40F3-B8D3-26BA2ACD0DF8}" dt="2026-02-20T02:02:33.741" v="742" actId="26606"/>
          <ac:spMkLst>
            <pc:docMk/>
            <pc:sldMk cId="2308930974" sldId="272"/>
            <ac:spMk id="10" creationId="{D4771268-CB57-404A-9271-370EB28F6090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11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12" creationId="{2E17E911-875F-4DE5-8699-99D9F1805A5D}"/>
          </ac:spMkLst>
        </pc:spChg>
        <pc:spChg chg="add del">
          <ac:chgData name="Evan J. Thompson" userId="abd38527-ecfe-449f-bd57-123309a8e21a" providerId="ADAL" clId="{695A6845-D7CB-40F3-B8D3-26BA2ACD0DF8}" dt="2026-02-20T02:02:39.887" v="744" actId="26606"/>
          <ac:spMkLst>
            <pc:docMk/>
            <pc:sldMk cId="2308930974" sldId="272"/>
            <ac:spMk id="13" creationId="{A8384FB5-9ADC-4DDC-881B-597D56F5B15D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14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2:39.887" v="744" actId="26606"/>
          <ac:spMkLst>
            <pc:docMk/>
            <pc:sldMk cId="2308930974" sldId="272"/>
            <ac:spMk id="15" creationId="{91E5A9A7-95C6-4F4F-B00E-C82E07FE62EF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16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2:39.887" v="744" actId="26606"/>
          <ac:spMkLst>
            <pc:docMk/>
            <pc:sldMk cId="2308930974" sldId="272"/>
            <ac:spMk id="17" creationId="{D07DD2DE-F619-49DD-B5E7-03A290FF4ED1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18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2:39.887" v="744" actId="26606"/>
          <ac:spMkLst>
            <pc:docMk/>
            <pc:sldMk cId="2308930974" sldId="272"/>
            <ac:spMk id="19" creationId="{85149191-5F60-4A28-AAFF-039F96B0F3EC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20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2:39.887" v="744" actId="26606"/>
          <ac:spMkLst>
            <pc:docMk/>
            <pc:sldMk cId="2308930974" sldId="272"/>
            <ac:spMk id="21" creationId="{F8260ED5-17F7-4158-B241-D51DD4CF1B7E}"/>
          </ac:spMkLst>
        </pc:spChg>
        <pc:spChg chg="add del">
          <ac:chgData name="Evan J. Thompson" userId="abd38527-ecfe-449f-bd57-123309a8e21a" providerId="ADAL" clId="{695A6845-D7CB-40F3-B8D3-26BA2ACD0DF8}" dt="2026-02-20T02:02:32.052" v="738" actId="26606"/>
          <ac:spMkLst>
            <pc:docMk/>
            <pc:sldMk cId="2308930974" sldId="272"/>
            <ac:spMk id="22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23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4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5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6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7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8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29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02:33.151" v="740" actId="26606"/>
          <ac:spMkLst>
            <pc:docMk/>
            <pc:sldMk cId="2308930974" sldId="272"/>
            <ac:spMk id="30" creationId="{F8F281D7-69DA-BF40-B861-63F9E00E04D7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31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32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33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20T02:08:54.654" v="1400" actId="26606"/>
          <ac:spMkLst>
            <pc:docMk/>
            <pc:sldMk cId="2308930974" sldId="272"/>
            <ac:spMk id="34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20T02:10:29.426" v="1440" actId="26606"/>
          <ac:spMkLst>
            <pc:docMk/>
            <pc:sldMk cId="2308930974" sldId="272"/>
            <ac:spMk id="39" creationId="{F821940F-7A1D-4ACC-85B4-A932898ABB37}"/>
          </ac:spMkLst>
        </pc:spChg>
        <pc:spChg chg="add del">
          <ac:chgData name="Evan J. Thompson" userId="abd38527-ecfe-449f-bd57-123309a8e21a" providerId="ADAL" clId="{695A6845-D7CB-40F3-B8D3-26BA2ACD0DF8}" dt="2026-02-20T02:10:29.426" v="1440" actId="26606"/>
          <ac:spMkLst>
            <pc:docMk/>
            <pc:sldMk cId="2308930974" sldId="272"/>
            <ac:spMk id="41" creationId="{16674508-81D3-48CF-96BF-7FC60EAA572A}"/>
          </ac:spMkLst>
        </pc:spChg>
        <pc:spChg chg="add del">
          <ac:chgData name="Evan J. Thompson" userId="abd38527-ecfe-449f-bd57-123309a8e21a" providerId="ADAL" clId="{695A6845-D7CB-40F3-B8D3-26BA2ACD0DF8}" dt="2026-02-20T02:10:27.307" v="1437" actId="26606"/>
          <ac:spMkLst>
            <pc:docMk/>
            <pc:sldMk cId="2308930974" sldId="272"/>
            <ac:spMk id="46" creationId="{F821940F-7A1D-4ACC-85B4-A932898ABB37}"/>
          </ac:spMkLst>
        </pc:spChg>
        <pc:spChg chg="add del">
          <ac:chgData name="Evan J. Thompson" userId="abd38527-ecfe-449f-bd57-123309a8e21a" providerId="ADAL" clId="{695A6845-D7CB-40F3-B8D3-26BA2ACD0DF8}" dt="2026-02-20T02:10:27.307" v="1437" actId="26606"/>
          <ac:spMkLst>
            <pc:docMk/>
            <pc:sldMk cId="2308930974" sldId="272"/>
            <ac:spMk id="48" creationId="{16674508-81D3-48CF-96BF-7FC60EAA572A}"/>
          </ac:spMkLst>
        </pc:spChg>
        <pc:spChg chg="add del">
          <ac:chgData name="Evan J. Thompson" userId="abd38527-ecfe-449f-bd57-123309a8e21a" providerId="ADAL" clId="{695A6845-D7CB-40F3-B8D3-26BA2ACD0DF8}" dt="2026-02-20T02:10:29.421" v="1439" actId="26606"/>
          <ac:spMkLst>
            <pc:docMk/>
            <pc:sldMk cId="2308930974" sldId="272"/>
            <ac:spMk id="50" creationId="{E792593F-7429-4C26-9205-C73F129B8E42}"/>
          </ac:spMkLst>
        </pc:spChg>
        <pc:spChg chg="add del">
          <ac:chgData name="Evan J. Thompson" userId="abd38527-ecfe-449f-bd57-123309a8e21a" providerId="ADAL" clId="{695A6845-D7CB-40F3-B8D3-26BA2ACD0DF8}" dt="2026-02-20T02:10:29.421" v="1439" actId="26606"/>
          <ac:spMkLst>
            <pc:docMk/>
            <pc:sldMk cId="2308930974" sldId="272"/>
            <ac:spMk id="51" creationId="{6F4FEC82-D430-4945-8AA9-240D0EF9DD1F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308930974" sldId="272"/>
            <ac:spMk id="53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2308930974" sldId="272"/>
            <ac:spMk id="54" creationId="{0EBF3E39-B0BE-496A-8604-9007470FFA3A}"/>
          </ac:spMkLst>
        </pc:spChg>
        <pc:picChg chg="add del mod ord">
          <ac:chgData name="Evan J. Thompson" userId="abd38527-ecfe-449f-bd57-123309a8e21a" providerId="ADAL" clId="{695A6845-D7CB-40F3-B8D3-26BA2ACD0DF8}" dt="2026-02-20T02:02:40.263" v="745" actId="22"/>
          <ac:picMkLst>
            <pc:docMk/>
            <pc:sldMk cId="2308930974" sldId="272"/>
            <ac:picMk id="5" creationId="{00202546-7E1A-7BF2-C181-0BF9189F83D0}"/>
          </ac:picMkLst>
        </pc:picChg>
        <pc:picChg chg="add mod">
          <ac:chgData name="Evan J. Thompson" userId="abd38527-ecfe-449f-bd57-123309a8e21a" providerId="ADAL" clId="{695A6845-D7CB-40F3-B8D3-26BA2ACD0DF8}" dt="2026-02-20T02:14:14.382" v="1476" actId="1076"/>
          <ac:picMkLst>
            <pc:docMk/>
            <pc:sldMk cId="2308930974" sldId="272"/>
            <ac:picMk id="7" creationId="{D08A105E-8EBA-DD62-9F8B-6595155E6276}"/>
          </ac:picMkLst>
        </pc:picChg>
      </pc:sldChg>
      <pc:sldChg chg="del">
        <pc:chgData name="Evan J. Thompson" userId="abd38527-ecfe-449f-bd57-123309a8e21a" providerId="ADAL" clId="{695A6845-D7CB-40F3-B8D3-26BA2ACD0DF8}" dt="2026-02-20T00:59:53.292" v="287" actId="47"/>
        <pc:sldMkLst>
          <pc:docMk/>
          <pc:sldMk cId="223425189" sldId="273"/>
        </pc:sldMkLst>
      </pc:sldChg>
      <pc:sldChg chg="addSp delSp modSp new mod ord setBg delDesignElem">
        <pc:chgData name="Evan J. Thompson" userId="abd38527-ecfe-449f-bd57-123309a8e21a" providerId="ADAL" clId="{695A6845-D7CB-40F3-B8D3-26BA2ACD0DF8}" dt="2026-02-20T04:44:16.571" v="2049" actId="27636"/>
        <pc:sldMkLst>
          <pc:docMk/>
          <pc:sldMk cId="359225264" sldId="273"/>
        </pc:sldMkLst>
        <pc:spChg chg="mod ord">
          <ac:chgData name="Evan J. Thompson" userId="abd38527-ecfe-449f-bd57-123309a8e21a" providerId="ADAL" clId="{695A6845-D7CB-40F3-B8D3-26BA2ACD0DF8}" dt="2026-02-20T02:23:30.304" v="1778" actId="207"/>
          <ac:spMkLst>
            <pc:docMk/>
            <pc:sldMk cId="359225264" sldId="273"/>
            <ac:spMk id="2" creationId="{6E4B6DDE-C2E9-742C-906A-6F4239263BED}"/>
          </ac:spMkLst>
        </pc:spChg>
        <pc:spChg chg="mod ord">
          <ac:chgData name="Evan J. Thompson" userId="abd38527-ecfe-449f-bd57-123309a8e21a" providerId="ADAL" clId="{695A6845-D7CB-40F3-B8D3-26BA2ACD0DF8}" dt="2026-02-20T04:44:16.571" v="2049" actId="27636"/>
          <ac:spMkLst>
            <pc:docMk/>
            <pc:sldMk cId="359225264" sldId="273"/>
            <ac:spMk id="3" creationId="{203FB291-0FDE-D353-C760-DC5D1BDE32AA}"/>
          </ac:spMkLst>
        </pc:spChg>
        <pc:spChg chg="add del">
          <ac:chgData name="Evan J. Thompson" userId="abd38527-ecfe-449f-bd57-123309a8e21a" providerId="ADAL" clId="{695A6845-D7CB-40F3-B8D3-26BA2ACD0DF8}" dt="2026-02-20T02:07:07.039" v="1247" actId="26606"/>
          <ac:spMkLst>
            <pc:docMk/>
            <pc:sldMk cId="359225264" sldId="273"/>
            <ac:spMk id="16" creationId="{21AC6A30-4F22-4C0F-B278-19C5B8A80C55}"/>
          </ac:spMkLst>
        </pc:spChg>
        <pc:spChg chg="add del">
          <ac:chgData name="Evan J. Thompson" userId="abd38527-ecfe-449f-bd57-123309a8e21a" providerId="ADAL" clId="{695A6845-D7CB-40F3-B8D3-26BA2ACD0DF8}" dt="2026-02-20T02:07:07.039" v="1247" actId="26606"/>
          <ac:spMkLst>
            <pc:docMk/>
            <pc:sldMk cId="359225264" sldId="273"/>
            <ac:spMk id="18" creationId="{BB4335AD-65B1-44E4-90AF-264024FE4BD2}"/>
          </ac:spMkLst>
        </pc:spChg>
        <pc:spChg chg="add del">
          <ac:chgData name="Evan J. Thompson" userId="abd38527-ecfe-449f-bd57-123309a8e21a" providerId="ADAL" clId="{695A6845-D7CB-40F3-B8D3-26BA2ACD0DF8}" dt="2026-02-20T02:13:12.748" v="1466" actId="26606"/>
          <ac:spMkLst>
            <pc:docMk/>
            <pc:sldMk cId="359225264" sldId="273"/>
            <ac:spMk id="23" creationId="{21AC6A30-4F22-4C0F-B278-19C5B8A80C55}"/>
          </ac:spMkLst>
        </pc:spChg>
        <pc:spChg chg="add del">
          <ac:chgData name="Evan J. Thompson" userId="abd38527-ecfe-449f-bd57-123309a8e21a" providerId="ADAL" clId="{695A6845-D7CB-40F3-B8D3-26BA2ACD0DF8}" dt="2026-02-20T02:13:12.748" v="1466" actId="26606"/>
          <ac:spMkLst>
            <pc:docMk/>
            <pc:sldMk cId="359225264" sldId="273"/>
            <ac:spMk id="25" creationId="{BB4335AD-65B1-44E4-90AF-264024FE4BD2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359225264" sldId="273"/>
            <ac:spMk id="30" creationId="{55C01129-3453-464D-A870-ED71C6E89D60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359225264" sldId="273"/>
            <ac:spMk id="32" creationId="{9D2781A6-5C82-4764-B489-F9A599C0A7EB}"/>
          </ac:spMkLst>
        </pc:spChg>
        <pc:picChg chg="add del">
          <ac:chgData name="Evan J. Thompson" userId="abd38527-ecfe-449f-bd57-123309a8e21a" providerId="ADAL" clId="{695A6845-D7CB-40F3-B8D3-26BA2ACD0DF8}" dt="2026-02-20T02:04:34.479" v="964" actId="22"/>
          <ac:picMkLst>
            <pc:docMk/>
            <pc:sldMk cId="359225264" sldId="273"/>
            <ac:picMk id="5" creationId="{3DA95A76-F6FC-3EEC-54E9-85C83E9EC716}"/>
          </ac:picMkLst>
        </pc:picChg>
        <pc:picChg chg="add del">
          <ac:chgData name="Evan J. Thompson" userId="abd38527-ecfe-449f-bd57-123309a8e21a" providerId="ADAL" clId="{695A6845-D7CB-40F3-B8D3-26BA2ACD0DF8}" dt="2026-02-20T02:04:41.463" v="966" actId="22"/>
          <ac:picMkLst>
            <pc:docMk/>
            <pc:sldMk cId="359225264" sldId="273"/>
            <ac:picMk id="7" creationId="{72FEFA7B-5224-D113-8597-98CC4AE591F1}"/>
          </ac:picMkLst>
        </pc:picChg>
        <pc:picChg chg="add mod">
          <ac:chgData name="Evan J. Thompson" userId="abd38527-ecfe-449f-bd57-123309a8e21a" providerId="ADAL" clId="{695A6845-D7CB-40F3-B8D3-26BA2ACD0DF8}" dt="2026-02-20T02:13:12.748" v="1466" actId="26606"/>
          <ac:picMkLst>
            <pc:docMk/>
            <pc:sldMk cId="359225264" sldId="273"/>
            <ac:picMk id="9" creationId="{9D6B542F-3EB6-0961-94D6-969BBC240572}"/>
          </ac:picMkLst>
        </pc:picChg>
        <pc:picChg chg="add mod">
          <ac:chgData name="Evan J. Thompson" userId="abd38527-ecfe-449f-bd57-123309a8e21a" providerId="ADAL" clId="{695A6845-D7CB-40F3-B8D3-26BA2ACD0DF8}" dt="2026-02-20T02:13:12.748" v="1466" actId="26606"/>
          <ac:picMkLst>
            <pc:docMk/>
            <pc:sldMk cId="359225264" sldId="273"/>
            <ac:picMk id="11" creationId="{F03A03F2-5056-5759-4024-7FBC0E5AEB5F}"/>
          </ac:picMkLst>
        </pc:picChg>
      </pc:sldChg>
      <pc:sldChg chg="addSp delSp modSp new mod setBg delDesignElem">
        <pc:chgData name="Evan J. Thompson" userId="abd38527-ecfe-449f-bd57-123309a8e21a" providerId="ADAL" clId="{695A6845-D7CB-40F3-B8D3-26BA2ACD0DF8}" dt="2026-02-20T02:23:59.548" v="1784"/>
        <pc:sldMkLst>
          <pc:docMk/>
          <pc:sldMk cId="1464614662" sldId="274"/>
        </pc:sldMkLst>
        <pc:spChg chg="mod">
          <ac:chgData name="Evan J. Thompson" userId="abd38527-ecfe-449f-bd57-123309a8e21a" providerId="ADAL" clId="{695A6845-D7CB-40F3-B8D3-26BA2ACD0DF8}" dt="2026-02-20T02:23:40.128" v="1782" actId="207"/>
          <ac:spMkLst>
            <pc:docMk/>
            <pc:sldMk cId="1464614662" sldId="274"/>
            <ac:spMk id="2" creationId="{B1FBA371-D5B1-F493-3829-6E33EEA29FB3}"/>
          </ac:spMkLst>
        </pc:spChg>
        <pc:spChg chg="add del mod">
          <ac:chgData name="Evan J. Thompson" userId="abd38527-ecfe-449f-bd57-123309a8e21a" providerId="ADAL" clId="{695A6845-D7CB-40F3-B8D3-26BA2ACD0DF8}" dt="2026-02-20T02:23:41.462" v="1783" actId="207"/>
          <ac:spMkLst>
            <pc:docMk/>
            <pc:sldMk cId="1464614662" sldId="274"/>
            <ac:spMk id="3" creationId="{956D76D0-63A0-5E20-0F29-7658E87B26FE}"/>
          </ac:spMkLst>
        </pc:spChg>
        <pc:spChg chg="add mod">
          <ac:chgData name="Evan J. Thompson" userId="abd38527-ecfe-449f-bd57-123309a8e21a" providerId="ADAL" clId="{695A6845-D7CB-40F3-B8D3-26BA2ACD0DF8}" dt="2026-02-20T02:15:45.556" v="1508"/>
          <ac:spMkLst>
            <pc:docMk/>
            <pc:sldMk cId="1464614662" sldId="274"/>
            <ac:spMk id="4" creationId="{D897FF7A-884B-0E1F-B376-EA1069E2F816}"/>
          </ac:spMkLst>
        </pc:spChg>
        <pc:spChg chg="add">
          <ac:chgData name="Evan J. Thompson" userId="abd38527-ecfe-449f-bd57-123309a8e21a" providerId="ADAL" clId="{695A6845-D7CB-40F3-B8D3-26BA2ACD0DF8}" dt="2026-02-20T02:16:24.981" v="1600"/>
          <ac:spMkLst>
            <pc:docMk/>
            <pc:sldMk cId="1464614662" sldId="274"/>
            <ac:spMk id="6" creationId="{7AFDDD1F-222E-4B5F-1965-55623A0C5561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1464614662" sldId="274"/>
            <ac:spMk id="12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2:20:05.210" v="1762"/>
          <ac:spMkLst>
            <pc:docMk/>
            <pc:sldMk cId="1464614662" sldId="274"/>
            <ac:spMk id="14" creationId="{0EBF3E39-B0BE-496A-8604-9007470FFA3A}"/>
          </ac:spMkLst>
        </pc:spChg>
        <pc:picChg chg="add mod">
          <ac:chgData name="Evan J. Thompson" userId="abd38527-ecfe-449f-bd57-123309a8e21a" providerId="ADAL" clId="{695A6845-D7CB-40F3-B8D3-26BA2ACD0DF8}" dt="2026-02-20T02:15:56.944" v="1510"/>
          <ac:picMkLst>
            <pc:docMk/>
            <pc:sldMk cId="1464614662" sldId="274"/>
            <ac:picMk id="5" creationId="{5BCFF022-8AAC-760B-730F-DA723507D4EC}"/>
          </ac:picMkLst>
        </pc:picChg>
        <pc:picChg chg="add mod">
          <ac:chgData name="Evan J. Thompson" userId="abd38527-ecfe-449f-bd57-123309a8e21a" providerId="ADAL" clId="{695A6845-D7CB-40F3-B8D3-26BA2ACD0DF8}" dt="2026-02-20T02:16:30.288" v="1602" actId="26606"/>
          <ac:picMkLst>
            <pc:docMk/>
            <pc:sldMk cId="1464614662" sldId="274"/>
            <ac:picMk id="7" creationId="{F038EE47-39B7-FD9D-CFDE-DEA85B6075BE}"/>
          </ac:picMkLst>
        </pc:picChg>
      </pc:sldChg>
      <pc:sldChg chg="del">
        <pc:chgData name="Evan J. Thompson" userId="abd38527-ecfe-449f-bd57-123309a8e21a" providerId="ADAL" clId="{695A6845-D7CB-40F3-B8D3-26BA2ACD0DF8}" dt="2026-02-20T00:59:55.222" v="288" actId="47"/>
        <pc:sldMkLst>
          <pc:docMk/>
          <pc:sldMk cId="2379591247" sldId="274"/>
        </pc:sldMkLst>
      </pc:sldChg>
      <pc:sldChg chg="addSp delSp modSp new mod setBg delDesignElem">
        <pc:chgData name="Evan J. Thompson" userId="abd38527-ecfe-449f-bd57-123309a8e21a" providerId="ADAL" clId="{695A6845-D7CB-40F3-B8D3-26BA2ACD0DF8}" dt="2026-02-20T02:23:59.548" v="1784"/>
        <pc:sldMkLst>
          <pc:docMk/>
          <pc:sldMk cId="730074013" sldId="275"/>
        </pc:sldMkLst>
        <pc:spChg chg="mod">
          <ac:chgData name="Evan J. Thompson" userId="abd38527-ecfe-449f-bd57-123309a8e21a" providerId="ADAL" clId="{695A6845-D7CB-40F3-B8D3-26BA2ACD0DF8}" dt="2026-02-20T02:19:52.782" v="1752" actId="26606"/>
          <ac:spMkLst>
            <pc:docMk/>
            <pc:sldMk cId="730074013" sldId="275"/>
            <ac:spMk id="2" creationId="{7BAD23B7-7A66-43AF-7A44-3720ADF9F81D}"/>
          </ac:spMkLst>
        </pc:spChg>
        <pc:spChg chg="mod ord">
          <ac:chgData name="Evan J. Thompson" userId="abd38527-ecfe-449f-bd57-123309a8e21a" providerId="ADAL" clId="{695A6845-D7CB-40F3-B8D3-26BA2ACD0DF8}" dt="2026-02-20T02:19:52.782" v="1752" actId="26606"/>
          <ac:spMkLst>
            <pc:docMk/>
            <pc:sldMk cId="730074013" sldId="275"/>
            <ac:spMk id="3" creationId="{02A4A840-35C6-EC87-FD5E-E9B354574544}"/>
          </ac:spMkLst>
        </pc:spChg>
        <pc:spChg chg="add del">
          <ac:chgData name="Evan J. Thompson" userId="abd38527-ecfe-449f-bd57-123309a8e21a" providerId="ADAL" clId="{695A6845-D7CB-40F3-B8D3-26BA2ACD0DF8}" dt="2026-02-20T02:19:07.464" v="1733" actId="26606"/>
          <ac:spMkLst>
            <pc:docMk/>
            <pc:sldMk cId="730074013" sldId="275"/>
            <ac:spMk id="9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2:19:07.464" v="1733" actId="26606"/>
          <ac:spMkLst>
            <pc:docMk/>
            <pc:sldMk cId="730074013" sldId="275"/>
            <ac:spMk id="11" creationId="{0EBF3E39-B0BE-496A-8604-9007470FFA3A}"/>
          </ac:spMkLst>
        </pc:spChg>
        <pc:spChg chg="add del">
          <ac:chgData name="Evan J. Thompson" userId="abd38527-ecfe-449f-bd57-123309a8e21a" providerId="ADAL" clId="{695A6845-D7CB-40F3-B8D3-26BA2ACD0DF8}" dt="2026-02-20T02:19:09.812" v="1735" actId="26606"/>
          <ac:spMkLst>
            <pc:docMk/>
            <pc:sldMk cId="730074013" sldId="275"/>
            <ac:spMk id="18" creationId="{23D09407-53BC-485E-B4CE-BC5E4FC4B25B}"/>
          </ac:spMkLst>
        </pc:spChg>
        <pc:spChg chg="add del">
          <ac:chgData name="Evan J. Thompson" userId="abd38527-ecfe-449f-bd57-123309a8e21a" providerId="ADAL" clId="{695A6845-D7CB-40F3-B8D3-26BA2ACD0DF8}" dt="2026-02-20T02:19:21.006" v="1743" actId="26606"/>
          <ac:spMkLst>
            <pc:docMk/>
            <pc:sldMk cId="730074013" sldId="275"/>
            <ac:spMk id="21" creationId="{A3919D60-F174-4FEB-9E9D-5AF6BD6597C9}"/>
          </ac:spMkLst>
        </pc:spChg>
        <pc:spChg chg="add del">
          <ac:chgData name="Evan J. Thompson" userId="abd38527-ecfe-449f-bd57-123309a8e21a" providerId="ADAL" clId="{695A6845-D7CB-40F3-B8D3-26BA2ACD0DF8}" dt="2026-02-20T02:19:09.812" v="1735" actId="26606"/>
          <ac:spMkLst>
            <pc:docMk/>
            <pc:sldMk cId="730074013" sldId="275"/>
            <ac:spMk id="24" creationId="{921DB988-49FC-4608-B0A2-E2F3A4019041}"/>
          </ac:spMkLst>
        </pc:spChg>
        <pc:spChg chg="add del">
          <ac:chgData name="Evan J. Thompson" userId="abd38527-ecfe-449f-bd57-123309a8e21a" providerId="ADAL" clId="{695A6845-D7CB-40F3-B8D3-26BA2ACD0DF8}" dt="2026-02-20T02:19:11.314" v="1737" actId="26606"/>
          <ac:spMkLst>
            <pc:docMk/>
            <pc:sldMk cId="730074013" sldId="275"/>
            <ac:spMk id="26" creationId="{2596F992-698C-48C0-9D89-70DA4CE927EF}"/>
          </ac:spMkLst>
        </pc:spChg>
        <pc:spChg chg="add del">
          <ac:chgData name="Evan J. Thompson" userId="abd38527-ecfe-449f-bd57-123309a8e21a" providerId="ADAL" clId="{695A6845-D7CB-40F3-B8D3-26BA2ACD0DF8}" dt="2026-02-20T02:19:11.314" v="1737" actId="26606"/>
          <ac:spMkLst>
            <pc:docMk/>
            <pc:sldMk cId="730074013" sldId="275"/>
            <ac:spMk id="27" creationId="{E7BFF8DC-0AE7-4AD2-9B28-2E5F26D62C30}"/>
          </ac:spMkLst>
        </pc:spChg>
        <pc:spChg chg="add del">
          <ac:chgData name="Evan J. Thompson" userId="abd38527-ecfe-449f-bd57-123309a8e21a" providerId="ADAL" clId="{695A6845-D7CB-40F3-B8D3-26BA2ACD0DF8}" dt="2026-02-20T02:19:11.314" v="1737" actId="26606"/>
          <ac:spMkLst>
            <pc:docMk/>
            <pc:sldMk cId="730074013" sldId="275"/>
            <ac:spMk id="28" creationId="{7E0162AD-C6E5-4BF8-A453-76ADB36877D3}"/>
          </ac:spMkLst>
        </pc:spChg>
        <pc:spChg chg="add del">
          <ac:chgData name="Evan J. Thompson" userId="abd38527-ecfe-449f-bd57-123309a8e21a" providerId="ADAL" clId="{695A6845-D7CB-40F3-B8D3-26BA2ACD0DF8}" dt="2026-02-20T02:19:13.624" v="1739" actId="26606"/>
          <ac:spMkLst>
            <pc:docMk/>
            <pc:sldMk cId="730074013" sldId="275"/>
            <ac:spMk id="30" creationId="{407C9FC5-0C1E-42A8-97E6-F940775A0575}"/>
          </ac:spMkLst>
        </pc:spChg>
        <pc:spChg chg="add del">
          <ac:chgData name="Evan J. Thompson" userId="abd38527-ecfe-449f-bd57-123309a8e21a" providerId="ADAL" clId="{695A6845-D7CB-40F3-B8D3-26BA2ACD0DF8}" dt="2026-02-20T02:19:13.624" v="1739" actId="26606"/>
          <ac:spMkLst>
            <pc:docMk/>
            <pc:sldMk cId="730074013" sldId="275"/>
            <ac:spMk id="31" creationId="{9EE371B4-A1D9-4EFE-8FE1-000495831EFA}"/>
          </ac:spMkLst>
        </pc:spChg>
        <pc:spChg chg="add del">
          <ac:chgData name="Evan J. Thompson" userId="abd38527-ecfe-449f-bd57-123309a8e21a" providerId="ADAL" clId="{695A6845-D7CB-40F3-B8D3-26BA2ACD0DF8}" dt="2026-02-20T02:19:13.624" v="1739" actId="26606"/>
          <ac:spMkLst>
            <pc:docMk/>
            <pc:sldMk cId="730074013" sldId="275"/>
            <ac:spMk id="32" creationId="{2E19C174-9C7C-461E-970B-432019901562}"/>
          </ac:spMkLst>
        </pc:spChg>
        <pc:spChg chg="add del">
          <ac:chgData name="Evan J. Thompson" userId="abd38527-ecfe-449f-bd57-123309a8e21a" providerId="ADAL" clId="{695A6845-D7CB-40F3-B8D3-26BA2ACD0DF8}" dt="2026-02-20T02:19:15.188" v="1741" actId="26606"/>
          <ac:spMkLst>
            <pc:docMk/>
            <pc:sldMk cId="730074013" sldId="275"/>
            <ac:spMk id="34" creationId="{BCED4D40-4B67-4331-AC48-79B82B4A47D8}"/>
          </ac:spMkLst>
        </pc:spChg>
        <pc:spChg chg="add del">
          <ac:chgData name="Evan J. Thompson" userId="abd38527-ecfe-449f-bd57-123309a8e21a" providerId="ADAL" clId="{695A6845-D7CB-40F3-B8D3-26BA2ACD0DF8}" dt="2026-02-20T02:19:15.188" v="1741" actId="26606"/>
          <ac:spMkLst>
            <pc:docMk/>
            <pc:sldMk cId="730074013" sldId="275"/>
            <ac:spMk id="35" creationId="{670CEDEF-4F34-412E-84EE-329C1E936AF5}"/>
          </ac:spMkLst>
        </pc:spChg>
        <pc:spChg chg="add del">
          <ac:chgData name="Evan J. Thompson" userId="abd38527-ecfe-449f-bd57-123309a8e21a" providerId="ADAL" clId="{695A6845-D7CB-40F3-B8D3-26BA2ACD0DF8}" dt="2026-02-20T02:19:21.006" v="1743" actId="26606"/>
          <ac:spMkLst>
            <pc:docMk/>
            <pc:sldMk cId="730074013" sldId="275"/>
            <ac:spMk id="42" creationId="{17BD7CC6-2F7F-4587-8E92-D041AB2CEB32}"/>
          </ac:spMkLst>
        </pc:spChg>
        <pc:spChg chg="add del">
          <ac:chgData name="Evan J. Thompson" userId="abd38527-ecfe-449f-bd57-123309a8e21a" providerId="ADAL" clId="{695A6845-D7CB-40F3-B8D3-26BA2ACD0DF8}" dt="2026-02-20T02:19:21.006" v="1743" actId="26606"/>
          <ac:spMkLst>
            <pc:docMk/>
            <pc:sldMk cId="730074013" sldId="275"/>
            <ac:spMk id="48" creationId="{BE7ED1F4-19EF-4BC2-A6EA-DF1525142B28}"/>
          </ac:spMkLst>
        </pc:spChg>
        <pc:spChg chg="add del">
          <ac:chgData name="Evan J. Thompson" userId="abd38527-ecfe-449f-bd57-123309a8e21a" providerId="ADAL" clId="{695A6845-D7CB-40F3-B8D3-26BA2ACD0DF8}" dt="2026-02-20T02:19:21.006" v="1743" actId="26606"/>
          <ac:spMkLst>
            <pc:docMk/>
            <pc:sldMk cId="730074013" sldId="275"/>
            <ac:spMk id="58" creationId="{90AE89EB-4F51-4181-9475-7E1048FB378A}"/>
          </ac:spMkLst>
        </pc:spChg>
        <pc:spChg chg="add del">
          <ac:chgData name="Evan J. Thompson" userId="abd38527-ecfe-449f-bd57-123309a8e21a" providerId="ADAL" clId="{695A6845-D7CB-40F3-B8D3-26BA2ACD0DF8}" dt="2026-02-20T02:19:24.287" v="1745" actId="26606"/>
          <ac:spMkLst>
            <pc:docMk/>
            <pc:sldMk cId="730074013" sldId="275"/>
            <ac:spMk id="60" creationId="{C6FC42E6-6C25-4922-95D2-B97B1E123559}"/>
          </ac:spMkLst>
        </pc:spChg>
        <pc:spChg chg="add del">
          <ac:chgData name="Evan J. Thompson" userId="abd38527-ecfe-449f-bd57-123309a8e21a" providerId="ADAL" clId="{695A6845-D7CB-40F3-B8D3-26BA2ACD0DF8}" dt="2026-02-20T02:19:24.287" v="1745" actId="26606"/>
          <ac:spMkLst>
            <pc:docMk/>
            <pc:sldMk cId="730074013" sldId="275"/>
            <ac:spMk id="61" creationId="{0295F874-A8A5-4A14-8CFC-828968DE64C4}"/>
          </ac:spMkLst>
        </pc:spChg>
        <pc:spChg chg="add del">
          <ac:chgData name="Evan J. Thompson" userId="abd38527-ecfe-449f-bd57-123309a8e21a" providerId="ADAL" clId="{695A6845-D7CB-40F3-B8D3-26BA2ACD0DF8}" dt="2026-02-20T02:19:52.782" v="1752" actId="26606"/>
          <ac:spMkLst>
            <pc:docMk/>
            <pc:sldMk cId="730074013" sldId="275"/>
            <ac:spMk id="63" creationId="{5AA03EDC-7067-4DFF-B672-541D016AAAB8}"/>
          </ac:spMkLst>
        </pc:spChg>
        <pc:spChg chg="add del">
          <ac:chgData name="Evan J. Thompson" userId="abd38527-ecfe-449f-bd57-123309a8e21a" providerId="ADAL" clId="{695A6845-D7CB-40F3-B8D3-26BA2ACD0DF8}" dt="2026-02-20T02:19:52.782" v="1752" actId="26606"/>
          <ac:spMkLst>
            <pc:docMk/>
            <pc:sldMk cId="730074013" sldId="275"/>
            <ac:spMk id="64" creationId="{0EBF3E39-B0BE-496A-8604-9007470FFA3A}"/>
          </ac:spMkLst>
        </pc:spChg>
        <pc:grpChg chg="add del">
          <ac:chgData name="Evan J. Thompson" userId="abd38527-ecfe-449f-bd57-123309a8e21a" providerId="ADAL" clId="{695A6845-D7CB-40F3-B8D3-26BA2ACD0DF8}" dt="2026-02-20T02:19:09.812" v="1735" actId="26606"/>
          <ac:grpSpMkLst>
            <pc:docMk/>
            <pc:sldMk cId="730074013" sldId="275"/>
            <ac:grpSpMk id="13" creationId="{E9B930FD-8671-4C4C-ADCF-73AC1D0CD417}"/>
          </ac:grpSpMkLst>
        </pc:grpChg>
        <pc:grpChg chg="add del">
          <ac:chgData name="Evan J. Thompson" userId="abd38527-ecfe-449f-bd57-123309a8e21a" providerId="ADAL" clId="{695A6845-D7CB-40F3-B8D3-26BA2ACD0DF8}" dt="2026-02-20T02:19:09.812" v="1735" actId="26606"/>
          <ac:grpSpMkLst>
            <pc:docMk/>
            <pc:sldMk cId="730074013" sldId="275"/>
            <ac:grpSpMk id="19" creationId="{383C2651-AE0C-4AE4-8725-E2F9414FE219}"/>
          </ac:grpSpMkLst>
        </pc:grpChg>
        <pc:grpChg chg="add del">
          <ac:chgData name="Evan J. Thompson" userId="abd38527-ecfe-449f-bd57-123309a8e21a" providerId="ADAL" clId="{695A6845-D7CB-40F3-B8D3-26BA2ACD0DF8}" dt="2026-02-20T02:19:21.006" v="1743" actId="26606"/>
          <ac:grpSpMkLst>
            <pc:docMk/>
            <pc:sldMk cId="730074013" sldId="275"/>
            <ac:grpSpMk id="23" creationId="{98EF7474-F1F7-47A7-AF33-E38A86EBF6D3}"/>
          </ac:grpSpMkLst>
        </pc:grpChg>
        <pc:grpChg chg="add del">
          <ac:chgData name="Evan J. Thompson" userId="abd38527-ecfe-449f-bd57-123309a8e21a" providerId="ADAL" clId="{695A6845-D7CB-40F3-B8D3-26BA2ACD0DF8}" dt="2026-02-20T02:19:21.006" v="1743" actId="26606"/>
          <ac:grpSpMkLst>
            <pc:docMk/>
            <pc:sldMk cId="730074013" sldId="275"/>
            <ac:grpSpMk id="43" creationId="{91CD8CAA-4614-4393-ADD7-7FDFD8ABD762}"/>
          </ac:grpSpMkLst>
        </pc:grpChg>
        <pc:grpChg chg="add del">
          <ac:chgData name="Evan J. Thompson" userId="abd38527-ecfe-449f-bd57-123309a8e21a" providerId="ADAL" clId="{695A6845-D7CB-40F3-B8D3-26BA2ACD0DF8}" dt="2026-02-20T02:19:21.006" v="1743" actId="26606"/>
          <ac:grpSpMkLst>
            <pc:docMk/>
            <pc:sldMk cId="730074013" sldId="275"/>
            <ac:grpSpMk id="49" creationId="{0EE7C14F-442F-4416-A4A9-6DA10263A4BA}"/>
          </ac:grpSpMkLst>
        </pc:grpChg>
        <pc:picChg chg="add mod">
          <ac:chgData name="Evan J. Thompson" userId="abd38527-ecfe-449f-bd57-123309a8e21a" providerId="ADAL" clId="{695A6845-D7CB-40F3-B8D3-26BA2ACD0DF8}" dt="2026-02-20T02:19:52.782" v="1752" actId="26606"/>
          <ac:picMkLst>
            <pc:docMk/>
            <pc:sldMk cId="730074013" sldId="275"/>
            <ac:picMk id="4" creationId="{C82A8CB4-B052-8934-B089-C0C94C9D6C7B}"/>
          </ac:picMkLst>
        </pc:picChg>
        <pc:cxnChg chg="add del">
          <ac:chgData name="Evan J. Thompson" userId="abd38527-ecfe-449f-bd57-123309a8e21a" providerId="ADAL" clId="{695A6845-D7CB-40F3-B8D3-26BA2ACD0DF8}" dt="2026-02-20T02:20:05.210" v="1762"/>
          <ac:cxnSpMkLst>
            <pc:docMk/>
            <pc:sldMk cId="730074013" sldId="275"/>
            <ac:cxnSpMk id="69" creationId="{192712F8-36FA-35DF-0CE8-4098D93322A3}"/>
          </ac:cxnSpMkLst>
        </pc:cxnChg>
        <pc:cxnChg chg="add del">
          <ac:chgData name="Evan J. Thompson" userId="abd38527-ecfe-449f-bd57-123309a8e21a" providerId="ADAL" clId="{695A6845-D7CB-40F3-B8D3-26BA2ACD0DF8}" dt="2026-02-20T02:20:05.210" v="1762"/>
          <ac:cxnSpMkLst>
            <pc:docMk/>
            <pc:sldMk cId="730074013" sldId="275"/>
            <ac:cxnSpMk id="71" creationId="{AF9469B9-6468-5B6A-E832-8D4590388432}"/>
          </ac:cxnSpMkLst>
        </pc:cxnChg>
      </pc:sldChg>
      <pc:sldChg chg="del">
        <pc:chgData name="Evan J. Thompson" userId="abd38527-ecfe-449f-bd57-123309a8e21a" providerId="ADAL" clId="{695A6845-D7CB-40F3-B8D3-26BA2ACD0DF8}" dt="2026-02-20T00:59:55.973" v="289" actId="47"/>
        <pc:sldMkLst>
          <pc:docMk/>
          <pc:sldMk cId="1478784069" sldId="275"/>
        </pc:sldMkLst>
      </pc:sldChg>
      <pc:sldChg chg="modSp new del mod">
        <pc:chgData name="Evan J. Thompson" userId="abd38527-ecfe-449f-bd57-123309a8e21a" providerId="ADAL" clId="{695A6845-D7CB-40F3-B8D3-26BA2ACD0DF8}" dt="2026-02-20T02:25:10.172" v="1804" actId="680"/>
        <pc:sldMkLst>
          <pc:docMk/>
          <pc:sldMk cId="1537180142" sldId="276"/>
        </pc:sldMkLst>
        <pc:spChg chg="mod">
          <ac:chgData name="Evan J. Thompson" userId="abd38527-ecfe-449f-bd57-123309a8e21a" providerId="ADAL" clId="{695A6845-D7CB-40F3-B8D3-26BA2ACD0DF8}" dt="2026-02-20T02:25:09.762" v="1803" actId="20577"/>
          <ac:spMkLst>
            <pc:docMk/>
            <pc:sldMk cId="1537180142" sldId="276"/>
            <ac:spMk id="3" creationId="{0BC4ECB6-89FF-1E69-8B63-E863FF79DD93}"/>
          </ac:spMkLst>
        </pc:spChg>
      </pc:sldChg>
      <pc:sldChg chg="modSp new mod">
        <pc:chgData name="Evan J. Thompson" userId="abd38527-ecfe-449f-bd57-123309a8e21a" providerId="ADAL" clId="{695A6845-D7CB-40F3-B8D3-26BA2ACD0DF8}" dt="2026-02-20T04:45:23.293" v="2055" actId="27636"/>
        <pc:sldMkLst>
          <pc:docMk/>
          <pc:sldMk cId="3057425626" sldId="276"/>
        </pc:sldMkLst>
        <pc:spChg chg="mod">
          <ac:chgData name="Evan J. Thompson" userId="abd38527-ecfe-449f-bd57-123309a8e21a" providerId="ADAL" clId="{695A6845-D7CB-40F3-B8D3-26BA2ACD0DF8}" dt="2026-02-20T04:45:23.209" v="2054"/>
          <ac:spMkLst>
            <pc:docMk/>
            <pc:sldMk cId="3057425626" sldId="276"/>
            <ac:spMk id="2" creationId="{6FD9556C-AF6A-2214-055D-F3EDEC0C33AD}"/>
          </ac:spMkLst>
        </pc:spChg>
        <pc:spChg chg="mod">
          <ac:chgData name="Evan J. Thompson" userId="abd38527-ecfe-449f-bd57-123309a8e21a" providerId="ADAL" clId="{695A6845-D7CB-40F3-B8D3-26BA2ACD0DF8}" dt="2026-02-20T04:45:23.293" v="2055" actId="27636"/>
          <ac:spMkLst>
            <pc:docMk/>
            <pc:sldMk cId="3057425626" sldId="276"/>
            <ac:spMk id="3" creationId="{9B7018C3-5EA8-63F3-2CD5-A2594377AC5A}"/>
          </ac:spMkLst>
        </pc:spChg>
      </pc:sldChg>
      <pc:sldChg chg="del">
        <pc:chgData name="Evan J. Thompson" userId="abd38527-ecfe-449f-bd57-123309a8e21a" providerId="ADAL" clId="{695A6845-D7CB-40F3-B8D3-26BA2ACD0DF8}" dt="2026-02-20T00:59:57.140" v="290" actId="47"/>
        <pc:sldMkLst>
          <pc:docMk/>
          <pc:sldMk cId="3820143878" sldId="276"/>
        </pc:sldMkLst>
      </pc:sldChg>
      <pc:sldChg chg="del">
        <pc:chgData name="Evan J. Thompson" userId="abd38527-ecfe-449f-bd57-123309a8e21a" providerId="ADAL" clId="{695A6845-D7CB-40F3-B8D3-26BA2ACD0DF8}" dt="2026-02-20T00:59:57.789" v="291" actId="47"/>
        <pc:sldMkLst>
          <pc:docMk/>
          <pc:sldMk cId="1198900208" sldId="277"/>
        </pc:sldMkLst>
      </pc:sldChg>
      <pc:sldChg chg="addSp delSp modSp new mod">
        <pc:chgData name="Evan J. Thompson" userId="abd38527-ecfe-449f-bd57-123309a8e21a" providerId="ADAL" clId="{695A6845-D7CB-40F3-B8D3-26BA2ACD0DF8}" dt="2026-02-20T04:45:23.209" v="2054"/>
        <pc:sldMkLst>
          <pc:docMk/>
          <pc:sldMk cId="2591409819" sldId="277"/>
        </pc:sldMkLst>
        <pc:spChg chg="mod">
          <ac:chgData name="Evan J. Thompson" userId="abd38527-ecfe-449f-bd57-123309a8e21a" providerId="ADAL" clId="{695A6845-D7CB-40F3-B8D3-26BA2ACD0DF8}" dt="2026-02-20T04:45:23.209" v="2054"/>
          <ac:spMkLst>
            <pc:docMk/>
            <pc:sldMk cId="2591409819" sldId="277"/>
            <ac:spMk id="2" creationId="{84E288EA-B883-EBD4-CA4A-B3B1463E46C4}"/>
          </ac:spMkLst>
        </pc:spChg>
        <pc:spChg chg="del">
          <ac:chgData name="Evan J. Thompson" userId="abd38527-ecfe-449f-bd57-123309a8e21a" providerId="ADAL" clId="{695A6845-D7CB-40F3-B8D3-26BA2ACD0DF8}" dt="2026-02-20T04:25:29.399" v="2023" actId="22"/>
          <ac:spMkLst>
            <pc:docMk/>
            <pc:sldMk cId="2591409819" sldId="277"/>
            <ac:spMk id="3" creationId="{061C427E-FE78-7B39-CEDD-9F145602ADA0}"/>
          </ac:spMkLst>
        </pc:spChg>
        <pc:picChg chg="add mod ord">
          <ac:chgData name="Evan J. Thompson" userId="abd38527-ecfe-449f-bd57-123309a8e21a" providerId="ADAL" clId="{695A6845-D7CB-40F3-B8D3-26BA2ACD0DF8}" dt="2026-02-20T04:45:23.209" v="2054"/>
          <ac:picMkLst>
            <pc:docMk/>
            <pc:sldMk cId="2591409819" sldId="277"/>
            <ac:picMk id="5" creationId="{D2C03FA7-199C-1537-60E6-C9E60A301999}"/>
          </ac:picMkLst>
        </pc:picChg>
      </pc:sldChg>
      <pc:sldMasterChg chg="setBg">
        <pc:chgData name="Evan J. Thompson" userId="abd38527-ecfe-449f-bd57-123309a8e21a" providerId="ADAL" clId="{695A6845-D7CB-40F3-B8D3-26BA2ACD0DF8}" dt="2026-02-20T04:41:52.573" v="2041"/>
        <pc:sldMasterMkLst>
          <pc:docMk/>
          <pc:sldMasterMk cId="910273401" sldId="2147483660"/>
        </pc:sldMasterMkLst>
      </pc:sldMasterChg>
      <pc:sldMasterChg chg="setBg modSldLayout">
        <pc:chgData name="Evan J. Thompson" userId="abd38527-ecfe-449f-bd57-123309a8e21a" providerId="ADAL" clId="{695A6845-D7CB-40F3-B8D3-26BA2ACD0DF8}" dt="2026-02-20T04:48:24.438" v="2154"/>
        <pc:sldMasterMkLst>
          <pc:docMk/>
          <pc:sldMasterMk cId="1892131586" sldId="2147483741"/>
        </pc:sldMasterMkLst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3548211710" sldId="2147483742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54027080" sldId="2147483743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46109648" sldId="2147483744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662771584" sldId="2147483745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2982388099" sldId="2147483746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257481300" sldId="2147483747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1421141322" sldId="2147483748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4255971288" sldId="2147483749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1009408507" sldId="2147483750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53496563" sldId="2147483751"/>
          </pc:sldLayoutMkLst>
        </pc:sldLayoutChg>
        <pc:sldLayoutChg chg="setBg">
          <pc:chgData name="Evan J. Thompson" userId="abd38527-ecfe-449f-bd57-123309a8e21a" providerId="ADAL" clId="{695A6845-D7CB-40F3-B8D3-26BA2ACD0DF8}" dt="2026-02-20T04:48:24.438" v="2154"/>
          <pc:sldLayoutMkLst>
            <pc:docMk/>
            <pc:sldMasterMk cId="1892131586" sldId="2147483741"/>
            <pc:sldLayoutMk cId="2181634241" sldId="214748375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Weekly Report for 2/20/2026</a:t>
            </a: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223F-A2B6-D955-D8F3-74867A14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7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B1CAE-8612-B79F-AEAE-CE64EAE57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Applied color scheme / theme to both screens</a:t>
            </a:r>
          </a:p>
          <a:p>
            <a:r>
              <a:rPr lang="en-US" sz="2000" dirty="0"/>
              <a:t>Added autofill for some data when entering an ingredient</a:t>
            </a:r>
          </a:p>
          <a:p>
            <a:r>
              <a:rPr lang="en-US" sz="2000" dirty="0"/>
              <a:t>Added data validation when entering an ingredient</a:t>
            </a:r>
          </a:p>
          <a:p>
            <a:r>
              <a:rPr lang="en-US" sz="2000" dirty="0"/>
              <a:t>Ingredients / Recipes can now be expanded to show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323097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2027-95E5-BD7D-E04D-7E38F9FC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396" y="1084521"/>
            <a:ext cx="4019107" cy="12920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dirty="0"/>
              <a:t>Theme / Colors</a:t>
            </a:r>
          </a:p>
        </p:txBody>
      </p:sp>
      <p:sp>
        <p:nvSpPr>
          <p:cNvPr id="112" name="Content Placeholder 70">
            <a:extLst>
              <a:ext uri="{FF2B5EF4-FFF2-40B4-BE49-F238E27FC236}">
                <a16:creationId xmlns:a16="http://schemas.microsoft.com/office/drawing/2014/main" id="{787F3C56-3724-AE67-D851-A101DB19D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0661" y="2678654"/>
            <a:ext cx="3976577" cy="3137355"/>
          </a:xfrm>
        </p:spPr>
        <p:txBody>
          <a:bodyPr anchor="t">
            <a:normAutofit/>
          </a:bodyPr>
          <a:lstStyle/>
          <a:p>
            <a:pPr algn="ctr"/>
            <a:endParaRPr lang="en-US" sz="2000">
              <a:solidFill>
                <a:srgbClr val="595959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153FCA-6881-7454-DC9D-4CFF3525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7" y="300789"/>
            <a:ext cx="2815389" cy="6256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BD7B2B-7870-C4E8-A65E-76E537DBD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13" y="300791"/>
            <a:ext cx="2815389" cy="625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0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983B-0CE6-D758-9B8E-DD373538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Ingredient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67AC-35F1-6B0E-B1E5-6436CA4D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Detailed ingredient data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be implemented: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“Add More” button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“Edit” button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1089B-3527-651D-0E8B-AC213D39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4408"/>
          <a:stretch>
            <a:fillRect/>
          </a:stretch>
        </p:blipFill>
        <p:spPr>
          <a:xfrm>
            <a:off x="7533768" y="685799"/>
            <a:ext cx="3293121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0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4C1F-33F7-C027-E9BE-0F00ACA4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Recipe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F09A-404C-4185-59B6-F38457950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Detailed recipe data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be implemented: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“Follow” button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“Edit” button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Populate ingredient list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F43C8-CC4C-0D27-A8E3-48B1760F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4408"/>
          <a:stretch>
            <a:fillRect/>
          </a:stretch>
        </p:blipFill>
        <p:spPr>
          <a:xfrm>
            <a:off x="7533768" y="685799"/>
            <a:ext cx="3293121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9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6B542F-3EB6-0961-94D6-969BBC24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41" b="7935"/>
          <a:stretch>
            <a:fillRect/>
          </a:stretch>
        </p:blipFill>
        <p:spPr>
          <a:xfrm>
            <a:off x="680483" y="685792"/>
            <a:ext cx="2931299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4B6DDE-C2E9-742C-906A-6F423926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396" y="1084521"/>
            <a:ext cx="4019107" cy="1292027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/>
              <a:t>Autocompletion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FB291-0FDE-D353-C760-DC5D1BDE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0661" y="2678654"/>
            <a:ext cx="3976577" cy="313735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Example: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“L” is entered, a dropdown menu appears showing all ingredients containing that letter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If an existing ingredient is pressed, it autocompletes the units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3A03F2-5056-5759-4024-7FBC0E5A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28" r="-1" b="7496"/>
          <a:stretch>
            <a:fillRect/>
          </a:stretch>
        </p:blipFill>
        <p:spPr>
          <a:xfrm>
            <a:off x="8606117" y="685808"/>
            <a:ext cx="290540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5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6FBE-90ED-3C0F-4E82-4ECAA23F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38E7-0CB9-784A-3C7C-AF5F9EB5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Will notify if invalid data is entered and won’t add ingredient to database</a:t>
            </a:r>
          </a:p>
          <a:p>
            <a:r>
              <a:rPr lang="en-US" sz="2000" dirty="0">
                <a:solidFill>
                  <a:schemeClr val="tx1"/>
                </a:solidFill>
              </a:rPr>
              <a:t>Needs fix: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Currently will not add to an existing ingredient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8A105E-8EBA-DD62-9F8B-6595155E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514" y="311136"/>
            <a:ext cx="2806076" cy="623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30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A371-D5B1-F493-3829-6E33EEA2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76D0-63A0-5E20-0F29-7658E87B2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Android emulator stopped working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But fixed itself and we don’t know why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38EE47-39B7-FD9D-CFDE-DEA85B607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2072631"/>
            <a:ext cx="4797056" cy="275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1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23B7-7A66-43AF-7A44-3720ADF9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A840-35C6-EC87-FD5E-E9B35457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608" y="5497592"/>
            <a:ext cx="10637772" cy="683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 images under “drawable” folder in Android Studio have specific naming conventions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A8CB4-B052-8934-B089-C0C94C9D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39" y="2526194"/>
            <a:ext cx="10478721" cy="225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7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88EA-B883-EBD4-CA4A-B3B1463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03FA7-199C-1537-60E6-C9E60A301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202" y="1825625"/>
            <a:ext cx="93595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0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next week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 menu to add recipes like ingredients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 data validation for recipes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Display ingredient list inside the expanded recipe</a:t>
            </a:r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190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Cupboardly</vt:lpstr>
      <vt:lpstr>Progress</vt:lpstr>
      <vt:lpstr>Theme / Colors</vt:lpstr>
      <vt:lpstr>Ingredient Expansion</vt:lpstr>
      <vt:lpstr>Recipe Expansion</vt:lpstr>
      <vt:lpstr>Autocompletion</vt:lpstr>
      <vt:lpstr>Data Validation</vt:lpstr>
      <vt:lpstr>Issues</vt:lpstr>
      <vt:lpstr>Issues</vt:lpstr>
      <vt:lpstr>Gantt chart</vt:lpstr>
      <vt:lpstr>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373</cp:revision>
  <dcterms:created xsi:type="dcterms:W3CDTF">2026-01-29T21:40:52Z</dcterms:created>
  <dcterms:modified xsi:type="dcterms:W3CDTF">2026-02-20T04:49:23Z</dcterms:modified>
</cp:coreProperties>
</file>