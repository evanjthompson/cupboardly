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1433B5-9D37-4FC5-A0A2-F5F38ACECF1C}" v="3" dt="2026-04-10T03:59:21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5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abd38527-ecfe-449f-bd57-123309a8e21a" providerId="ADAL" clId="{A3ACA64E-DD95-4F7F-9AB4-48AE4D65E258}"/>
    <pc:docChg chg="undo redo custSel addSld delSld modSld">
      <pc:chgData name="Evan J. Thompson" userId="abd38527-ecfe-449f-bd57-123309a8e21a" providerId="ADAL" clId="{A3ACA64E-DD95-4F7F-9AB4-48AE4D65E258}" dt="2026-04-10T04:38:05" v="11423" actId="1076"/>
      <pc:docMkLst>
        <pc:docMk/>
      </pc:docMkLst>
      <pc:sldChg chg="modSp mod">
        <pc:chgData name="Evan J. Thompson" userId="abd38527-ecfe-449f-bd57-123309a8e21a" providerId="ADAL" clId="{A3ACA64E-DD95-4F7F-9AB4-48AE4D65E258}" dt="2026-04-10T03:55:34.897" v="9109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A3ACA64E-DD95-4F7F-9AB4-48AE4D65E258}" dt="2026-04-10T03:55:34.897" v="9109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 mod">
        <pc:chgData name="Evan J. Thompson" userId="abd38527-ecfe-449f-bd57-123309a8e21a" providerId="ADAL" clId="{A3ACA64E-DD95-4F7F-9AB4-48AE4D65E258}" dt="2026-04-10T04:21:02.022" v="11397" actId="20577"/>
        <pc:sldMkLst>
          <pc:docMk/>
          <pc:sldMk cId="3057425626" sldId="276"/>
        </pc:sldMkLst>
        <pc:spChg chg="mod">
          <ac:chgData name="Evan J. Thompson" userId="abd38527-ecfe-449f-bd57-123309a8e21a" providerId="ADAL" clId="{A3ACA64E-DD95-4F7F-9AB4-48AE4D65E258}" dt="2026-04-10T04:21:02.022" v="11397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addSp modSp new mod">
        <pc:chgData name="Evan J. Thompson" userId="abd38527-ecfe-449f-bd57-123309a8e21a" providerId="ADAL" clId="{A3ACA64E-DD95-4F7F-9AB4-48AE4D65E258}" dt="2026-04-10T04:38:05" v="11423" actId="1076"/>
        <pc:sldMkLst>
          <pc:docMk/>
          <pc:sldMk cId="1186492549" sldId="277"/>
        </pc:sldMkLst>
        <pc:spChg chg="mod">
          <ac:chgData name="Evan J. Thompson" userId="abd38527-ecfe-449f-bd57-123309a8e21a" providerId="ADAL" clId="{A3ACA64E-DD95-4F7F-9AB4-48AE4D65E258}" dt="2026-04-10T03:56:08.846" v="9125" actId="20577"/>
          <ac:spMkLst>
            <pc:docMk/>
            <pc:sldMk cId="1186492549" sldId="277"/>
            <ac:spMk id="2" creationId="{68BD5D98-1E3B-C4DC-34BF-400C9934219D}"/>
          </ac:spMkLst>
        </pc:spChg>
        <pc:spChg chg="mod">
          <ac:chgData name="Evan J. Thompson" userId="abd38527-ecfe-449f-bd57-123309a8e21a" providerId="ADAL" clId="{A3ACA64E-DD95-4F7F-9AB4-48AE4D65E258}" dt="2026-04-10T04:04:10.574" v="10236" actId="20577"/>
          <ac:spMkLst>
            <pc:docMk/>
            <pc:sldMk cId="1186492549" sldId="277"/>
            <ac:spMk id="3" creationId="{0E188D11-A2AB-14D7-7430-F76ECEDB34E9}"/>
          </ac:spMkLst>
        </pc:spChg>
        <pc:picChg chg="add mod">
          <ac:chgData name="Evan J. Thompson" userId="abd38527-ecfe-449f-bd57-123309a8e21a" providerId="ADAL" clId="{A3ACA64E-DD95-4F7F-9AB4-48AE4D65E258}" dt="2026-04-10T04:38:05" v="11423" actId="1076"/>
          <ac:picMkLst>
            <pc:docMk/>
            <pc:sldMk cId="1186492549" sldId="277"/>
            <ac:picMk id="5" creationId="{30205C83-EE8C-3536-E761-530A137E7C36}"/>
          </ac:picMkLst>
        </pc:picChg>
      </pc:sldChg>
      <pc:sldChg chg="modSp new mod">
        <pc:chgData name="Evan J. Thompson" userId="abd38527-ecfe-449f-bd57-123309a8e21a" providerId="ADAL" clId="{A3ACA64E-DD95-4F7F-9AB4-48AE4D65E258}" dt="2026-04-10T04:21:20.972" v="11400" actId="20577"/>
        <pc:sldMkLst>
          <pc:docMk/>
          <pc:sldMk cId="3065276337" sldId="278"/>
        </pc:sldMkLst>
        <pc:spChg chg="mod">
          <ac:chgData name="Evan J. Thompson" userId="abd38527-ecfe-449f-bd57-123309a8e21a" providerId="ADAL" clId="{A3ACA64E-DD95-4F7F-9AB4-48AE4D65E258}" dt="2026-04-10T03:58:28.516" v="9600" actId="20577"/>
          <ac:spMkLst>
            <pc:docMk/>
            <pc:sldMk cId="3065276337" sldId="278"/>
            <ac:spMk id="2" creationId="{3B3E911E-BC6A-81C5-E1B2-C517EEBCA572}"/>
          </ac:spMkLst>
        </pc:spChg>
        <pc:spChg chg="mod">
          <ac:chgData name="Evan J. Thompson" userId="abd38527-ecfe-449f-bd57-123309a8e21a" providerId="ADAL" clId="{A3ACA64E-DD95-4F7F-9AB4-48AE4D65E258}" dt="2026-04-10T04:21:20.972" v="11400" actId="20577"/>
          <ac:spMkLst>
            <pc:docMk/>
            <pc:sldMk cId="3065276337" sldId="278"/>
            <ac:spMk id="3" creationId="{DCCC98F5-0A3E-CFF7-24F8-EB735F44D950}"/>
          </ac:spMkLst>
        </pc:spChg>
      </pc:sldChg>
      <pc:sldChg chg="modSp new mod">
        <pc:chgData name="Evan J. Thompson" userId="abd38527-ecfe-449f-bd57-123309a8e21a" providerId="ADAL" clId="{A3ACA64E-DD95-4F7F-9AB4-48AE4D65E258}" dt="2026-04-10T04:01:04.358" v="10052" actId="20577"/>
        <pc:sldMkLst>
          <pc:docMk/>
          <pc:sldMk cId="1115349303" sldId="279"/>
        </pc:sldMkLst>
        <pc:spChg chg="mod">
          <ac:chgData name="Evan J. Thompson" userId="abd38527-ecfe-449f-bd57-123309a8e21a" providerId="ADAL" clId="{A3ACA64E-DD95-4F7F-9AB4-48AE4D65E258}" dt="2026-04-10T03:59:57.745" v="9827" actId="20577"/>
          <ac:spMkLst>
            <pc:docMk/>
            <pc:sldMk cId="1115349303" sldId="279"/>
            <ac:spMk id="2" creationId="{4BB655BF-7876-3386-488E-CEA49568189D}"/>
          </ac:spMkLst>
        </pc:spChg>
        <pc:spChg chg="mod">
          <ac:chgData name="Evan J. Thompson" userId="abd38527-ecfe-449f-bd57-123309a8e21a" providerId="ADAL" clId="{A3ACA64E-DD95-4F7F-9AB4-48AE4D65E258}" dt="2026-04-10T04:01:04.358" v="10052" actId="20577"/>
          <ac:spMkLst>
            <pc:docMk/>
            <pc:sldMk cId="1115349303" sldId="279"/>
            <ac:spMk id="3" creationId="{D9EE866E-826E-E1CB-9CD9-DD6087FC51C5}"/>
          </ac:spMkLst>
        </pc:spChg>
      </pc:sldChg>
      <pc:sldChg chg="addSp modSp new mod">
        <pc:chgData name="Evan J. Thompson" userId="abd38527-ecfe-449f-bd57-123309a8e21a" providerId="ADAL" clId="{A3ACA64E-DD95-4F7F-9AB4-48AE4D65E258}" dt="2026-04-10T04:36:16.383" v="11419" actId="1076"/>
        <pc:sldMkLst>
          <pc:docMk/>
          <pc:sldMk cId="4254271530" sldId="280"/>
        </pc:sldMkLst>
        <pc:spChg chg="mod">
          <ac:chgData name="Evan J. Thompson" userId="abd38527-ecfe-449f-bd57-123309a8e21a" providerId="ADAL" clId="{A3ACA64E-DD95-4F7F-9AB4-48AE4D65E258}" dt="2026-04-10T04:05:39.740" v="10276" actId="20577"/>
          <ac:spMkLst>
            <pc:docMk/>
            <pc:sldMk cId="4254271530" sldId="280"/>
            <ac:spMk id="2" creationId="{410FDF8C-F686-7A8B-0708-FAC99E9D2B2D}"/>
          </ac:spMkLst>
        </pc:spChg>
        <pc:spChg chg="mod">
          <ac:chgData name="Evan J. Thompson" userId="abd38527-ecfe-449f-bd57-123309a8e21a" providerId="ADAL" clId="{A3ACA64E-DD95-4F7F-9AB4-48AE4D65E258}" dt="2026-04-10T04:36:07.021" v="11417" actId="14100"/>
          <ac:spMkLst>
            <pc:docMk/>
            <pc:sldMk cId="4254271530" sldId="280"/>
            <ac:spMk id="3" creationId="{375BDF19-1E00-03E8-CFAB-6D3F884CE9B2}"/>
          </ac:spMkLst>
        </pc:spChg>
        <pc:picChg chg="add mod modCrop">
          <ac:chgData name="Evan J. Thompson" userId="abd38527-ecfe-449f-bd57-123309a8e21a" providerId="ADAL" clId="{A3ACA64E-DD95-4F7F-9AB4-48AE4D65E258}" dt="2026-04-10T04:36:16.383" v="11419" actId="1076"/>
          <ac:picMkLst>
            <pc:docMk/>
            <pc:sldMk cId="4254271530" sldId="280"/>
            <ac:picMk id="5" creationId="{9D11432D-AFCE-05D2-B0EB-341B7C8B5BBD}"/>
          </ac:picMkLst>
        </pc:picChg>
      </pc:sldChg>
      <pc:sldChg chg="addSp modSp new mod">
        <pc:chgData name="Evan J. Thompson" userId="abd38527-ecfe-449f-bd57-123309a8e21a" providerId="ADAL" clId="{A3ACA64E-DD95-4F7F-9AB4-48AE4D65E258}" dt="2026-04-10T04:36:19.386" v="11420" actId="1076"/>
        <pc:sldMkLst>
          <pc:docMk/>
          <pc:sldMk cId="2359285583" sldId="281"/>
        </pc:sldMkLst>
        <pc:spChg chg="mod">
          <ac:chgData name="Evan J. Thompson" userId="abd38527-ecfe-449f-bd57-123309a8e21a" providerId="ADAL" clId="{A3ACA64E-DD95-4F7F-9AB4-48AE4D65E258}" dt="2026-04-10T04:06:57.003" v="10474" actId="20577"/>
          <ac:spMkLst>
            <pc:docMk/>
            <pc:sldMk cId="2359285583" sldId="281"/>
            <ac:spMk id="2" creationId="{D943956B-B513-B1AE-407D-9A7DF811DC63}"/>
          </ac:spMkLst>
        </pc:spChg>
        <pc:spChg chg="mod">
          <ac:chgData name="Evan J. Thompson" userId="abd38527-ecfe-449f-bd57-123309a8e21a" providerId="ADAL" clId="{A3ACA64E-DD95-4F7F-9AB4-48AE4D65E258}" dt="2026-04-10T04:34:49.210" v="11405" actId="14100"/>
          <ac:spMkLst>
            <pc:docMk/>
            <pc:sldMk cId="2359285583" sldId="281"/>
            <ac:spMk id="3" creationId="{B9F4D09F-BAED-7CCB-1DF5-52612476C0F8}"/>
          </ac:spMkLst>
        </pc:spChg>
        <pc:picChg chg="add mod modCrop">
          <ac:chgData name="Evan J. Thompson" userId="abd38527-ecfe-449f-bd57-123309a8e21a" providerId="ADAL" clId="{A3ACA64E-DD95-4F7F-9AB4-48AE4D65E258}" dt="2026-04-10T04:36:19.386" v="11420" actId="1076"/>
          <ac:picMkLst>
            <pc:docMk/>
            <pc:sldMk cId="2359285583" sldId="281"/>
            <ac:picMk id="5" creationId="{06D5AC59-EBBC-791D-C894-6E6CE6A5E22B}"/>
          </ac:picMkLst>
        </pc:picChg>
      </pc:sldChg>
      <pc:sldChg chg="modSp new mod">
        <pc:chgData name="Evan J. Thompson" userId="abd38527-ecfe-449f-bd57-123309a8e21a" providerId="ADAL" clId="{A3ACA64E-DD95-4F7F-9AB4-48AE4D65E258}" dt="2026-04-10T04:17:37.049" v="11219" actId="20577"/>
        <pc:sldMkLst>
          <pc:docMk/>
          <pc:sldMk cId="2143632123" sldId="282"/>
        </pc:sldMkLst>
        <pc:spChg chg="mod">
          <ac:chgData name="Evan J. Thompson" userId="abd38527-ecfe-449f-bd57-123309a8e21a" providerId="ADAL" clId="{A3ACA64E-DD95-4F7F-9AB4-48AE4D65E258}" dt="2026-04-10T04:11:37.494" v="11139" actId="20577"/>
          <ac:spMkLst>
            <pc:docMk/>
            <pc:sldMk cId="2143632123" sldId="282"/>
            <ac:spMk id="2" creationId="{D228A83E-7235-469B-EB7A-708D5D94174D}"/>
          </ac:spMkLst>
        </pc:spChg>
        <pc:spChg chg="mod">
          <ac:chgData name="Evan J. Thompson" userId="abd38527-ecfe-449f-bd57-123309a8e21a" providerId="ADAL" clId="{A3ACA64E-DD95-4F7F-9AB4-48AE4D65E258}" dt="2026-04-10T04:17:37.049" v="11219" actId="20577"/>
          <ac:spMkLst>
            <pc:docMk/>
            <pc:sldMk cId="2143632123" sldId="282"/>
            <ac:spMk id="3" creationId="{1669F159-2C24-1196-854B-61C81B8CEC33}"/>
          </ac:spMkLst>
        </pc:spChg>
      </pc:sldChg>
      <pc:sldChg chg="modSp new del mod">
        <pc:chgData name="Evan J. Thompson" userId="abd38527-ecfe-449f-bd57-123309a8e21a" providerId="ADAL" clId="{A3ACA64E-DD95-4F7F-9AB4-48AE4D65E258}" dt="2026-04-10T03:55:53.700" v="9110" actId="47"/>
        <pc:sldMkLst>
          <pc:docMk/>
          <pc:sldMk cId="1864709967" sldId="285"/>
        </pc:sldMkLst>
      </pc:sldChg>
      <pc:sldChg chg="addSp delSp modSp new del mod">
        <pc:chgData name="Evan J. Thompson" userId="abd38527-ecfe-449f-bd57-123309a8e21a" providerId="ADAL" clId="{A3ACA64E-DD95-4F7F-9AB4-48AE4D65E258}" dt="2026-04-10T03:55:55.091" v="9113" actId="47"/>
        <pc:sldMkLst>
          <pc:docMk/>
          <pc:sldMk cId="1881057012" sldId="286"/>
        </pc:sldMkLst>
      </pc:sldChg>
      <pc:sldChg chg="modSp new del mod">
        <pc:chgData name="Evan J. Thompson" userId="abd38527-ecfe-449f-bd57-123309a8e21a" providerId="ADAL" clId="{A3ACA64E-DD95-4F7F-9AB4-48AE4D65E258}" dt="2026-04-10T03:55:54.305" v="9111" actId="47"/>
        <pc:sldMkLst>
          <pc:docMk/>
          <pc:sldMk cId="3749486809" sldId="287"/>
        </pc:sldMkLst>
      </pc:sldChg>
      <pc:sldChg chg="addSp delSp modSp new del mod">
        <pc:chgData name="Evan J. Thompson" userId="abd38527-ecfe-449f-bd57-123309a8e21a" providerId="ADAL" clId="{A3ACA64E-DD95-4F7F-9AB4-48AE4D65E258}" dt="2026-04-10T03:55:54.695" v="9112" actId="47"/>
        <pc:sldMkLst>
          <pc:docMk/>
          <pc:sldMk cId="2066208670" sldId="288"/>
        </pc:sldMkLst>
      </pc:sldChg>
      <pc:sldChg chg="addSp delSp modSp new del mod">
        <pc:chgData name="Evan J. Thompson" userId="abd38527-ecfe-449f-bd57-123309a8e21a" providerId="ADAL" clId="{A3ACA64E-DD95-4F7F-9AB4-48AE4D65E258}" dt="2026-04-10T03:55:55.829" v="9114" actId="47"/>
        <pc:sldMkLst>
          <pc:docMk/>
          <pc:sldMk cId="3090536253" sldId="289"/>
        </pc:sldMkLst>
      </pc:sldChg>
      <pc:sldChg chg="modSp new del mod">
        <pc:chgData name="Evan J. Thompson" userId="abd38527-ecfe-449f-bd57-123309a8e21a" providerId="ADAL" clId="{A3ACA64E-DD95-4F7F-9AB4-48AE4D65E258}" dt="2026-04-10T03:55:56.305" v="9115" actId="47"/>
        <pc:sldMkLst>
          <pc:docMk/>
          <pc:sldMk cId="1854188955" sldId="290"/>
        </pc:sldMkLst>
      </pc:sldChg>
      <pc:sldChg chg="modSp new del mod">
        <pc:chgData name="Evan J. Thompson" userId="abd38527-ecfe-449f-bd57-123309a8e21a" providerId="ADAL" clId="{A3ACA64E-DD95-4F7F-9AB4-48AE4D65E258}" dt="2026-04-10T03:55:56.842" v="9116" actId="47"/>
        <pc:sldMkLst>
          <pc:docMk/>
          <pc:sldMk cId="544526051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 dirty="0"/>
              <a:t>Weekly Report for 4/10/2026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5D98-1E3B-C4DC-34BF-400C99342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8D11-A2AB-14D7-7430-F76ECEDB3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Tokens Limit</a:t>
            </a:r>
          </a:p>
          <a:p>
            <a:pPr lvl="1"/>
            <a:r>
              <a:rPr lang="en-US" dirty="0"/>
              <a:t>We had outdated information – it turns out we had less free tokens than we thought</a:t>
            </a:r>
          </a:p>
          <a:p>
            <a:pPr lvl="1"/>
            <a:r>
              <a:rPr lang="en-US" dirty="0"/>
              <a:t>We had to pay for $10 worth of Gemini tokens to continue</a:t>
            </a:r>
          </a:p>
          <a:p>
            <a:pPr lvl="2"/>
            <a:r>
              <a:rPr lang="en-US" dirty="0"/>
              <a:t>Which is ~40 million tokens (~30 million words) worth of the Gemini-2.5-flash-lite model we are using</a:t>
            </a:r>
          </a:p>
          <a:p>
            <a:pPr lvl="1"/>
            <a:r>
              <a:rPr lang="en-US" dirty="0"/>
              <a:t>Adding ingredients and recipes from camera don’t work properly without AI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05C83-EE8C-3536-E761-530A137E7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40" y="4534197"/>
            <a:ext cx="6537278" cy="21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9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911E-BC6A-81C5-E1B2-C517EEBC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C98F5-0A3E-CFF7-24F8-EB735F44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syncing issues again</a:t>
            </a:r>
          </a:p>
          <a:p>
            <a:endParaRPr lang="en-US" dirty="0"/>
          </a:p>
          <a:p>
            <a:r>
              <a:rPr lang="en-US" dirty="0"/>
              <a:t>When updating the project, not all files would sync</a:t>
            </a:r>
          </a:p>
          <a:p>
            <a:endParaRPr lang="en-US" dirty="0"/>
          </a:p>
          <a:p>
            <a:r>
              <a:rPr lang="en-US" dirty="0"/>
              <a:t>We had </a:t>
            </a:r>
            <a:r>
              <a:rPr lang="en-US"/>
              <a:t>to run </a:t>
            </a:r>
            <a:r>
              <a:rPr lang="en-US" dirty="0"/>
              <a:t>these commands to fix it:</a:t>
            </a:r>
          </a:p>
          <a:p>
            <a:pPr lvl="1"/>
            <a:r>
              <a:rPr lang="en-US" dirty="0"/>
              <a:t>git fetch origin</a:t>
            </a:r>
          </a:p>
          <a:p>
            <a:pPr lvl="1"/>
            <a:r>
              <a:rPr lang="en-US" dirty="0"/>
              <a:t>git reset --hard origin/master</a:t>
            </a:r>
          </a:p>
          <a:p>
            <a:pPr lvl="1"/>
            <a:r>
              <a:rPr lang="en-US" dirty="0"/>
              <a:t>git clean –</a:t>
            </a:r>
            <a:r>
              <a:rPr lang="en-US" dirty="0" err="1"/>
              <a:t>fd</a:t>
            </a:r>
            <a:endParaRPr lang="en-US" dirty="0"/>
          </a:p>
          <a:p>
            <a:pPr lvl="1"/>
            <a:r>
              <a:rPr lang="en-US" dirty="0"/>
              <a:t>File → Invalidate Caches / Restart</a:t>
            </a:r>
          </a:p>
        </p:txBody>
      </p:sp>
    </p:spTree>
    <p:extLst>
      <p:ext uri="{BB962C8B-B14F-4D97-AF65-F5344CB8AC3E}">
        <p14:creationId xmlns:p14="http://schemas.microsoft.com/office/powerpoint/2010/main" val="306527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655BF-7876-3386-488E-CEA49568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Recipe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E866E-826E-E1CB-9CD9-DD6087FC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now sending the scanned text to Gemini to process</a:t>
            </a:r>
          </a:p>
          <a:p>
            <a:r>
              <a:rPr lang="en-US" dirty="0"/>
              <a:t>It returns it in a JSON type format</a:t>
            </a:r>
          </a:p>
          <a:p>
            <a:pPr lvl="1"/>
            <a:r>
              <a:rPr lang="en-US" dirty="0"/>
              <a:t>Recipe name</a:t>
            </a:r>
          </a:p>
          <a:p>
            <a:pPr lvl="1"/>
            <a:r>
              <a:rPr lang="en-US" dirty="0"/>
              <a:t>Ingredients</a:t>
            </a:r>
          </a:p>
          <a:p>
            <a:pPr lvl="1"/>
            <a:r>
              <a:rPr lang="en-US" dirty="0"/>
              <a:t>Instructions</a:t>
            </a:r>
          </a:p>
          <a:p>
            <a:r>
              <a:rPr lang="en-US" dirty="0"/>
              <a:t>We can then extract the formatted text and use it</a:t>
            </a:r>
          </a:p>
        </p:txBody>
      </p:sp>
    </p:spTree>
    <p:extLst>
      <p:ext uri="{BB962C8B-B14F-4D97-AF65-F5344CB8AC3E}">
        <p14:creationId xmlns:p14="http://schemas.microsoft.com/office/powerpoint/2010/main" val="111534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DF8C-F686-7A8B-0708-FAC99E9D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Auto-Fill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BDF19-1E00-03E8-CFAB-6D3F884CE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0964" cy="4351338"/>
          </a:xfrm>
        </p:spPr>
        <p:txBody>
          <a:bodyPr/>
          <a:lstStyle/>
          <a:p>
            <a:r>
              <a:rPr lang="en-US" dirty="0"/>
              <a:t>When adding a recipe from a picture, it automatically fills in the add recipe screen with data</a:t>
            </a:r>
          </a:p>
          <a:p>
            <a:r>
              <a:rPr lang="en-US" dirty="0"/>
              <a:t>The user can edit/change this data before confirming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1432D-AFCE-05D2-B0EB-341B7C8B5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0"/>
          <a:stretch>
            <a:fillRect/>
          </a:stretch>
        </p:blipFill>
        <p:spPr>
          <a:xfrm>
            <a:off x="7285126" y="238836"/>
            <a:ext cx="4068674" cy="63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7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956B-B513-B1AE-407D-9A7DF811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“Loading” popup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4D09F-BAED-7CCB-1DF5-52612476C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101" cy="4351338"/>
          </a:xfrm>
        </p:spPr>
        <p:txBody>
          <a:bodyPr/>
          <a:lstStyle/>
          <a:p>
            <a:r>
              <a:rPr lang="en-US" dirty="0"/>
              <a:t>When the app is waiting for AI processing to complete, a popup appears which prevents the user from pressing anything until it is done</a:t>
            </a:r>
          </a:p>
          <a:p>
            <a:r>
              <a:rPr lang="en-US" dirty="0"/>
              <a:t>Previously it was possible to break things by tapping other options while the AI was still processing the first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5AC59-EBBC-791D-C894-6E6CE6A5E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6"/>
          <a:stretch>
            <a:fillRect/>
          </a:stretch>
        </p:blipFill>
        <p:spPr>
          <a:xfrm>
            <a:off x="7370502" y="242362"/>
            <a:ext cx="3983298" cy="625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8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A83E-7235-469B-EB7A-708D5D941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Progress (close but not yet ready)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9F159-2C24-1196-854B-61C81B8C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Expiration date coloring</a:t>
            </a:r>
          </a:p>
          <a:p>
            <a:pPr lvl="1"/>
            <a:r>
              <a:rPr lang="en-US" dirty="0"/>
              <a:t>White -&gt; Yellow -&gt; Red based on time until expiring</a:t>
            </a:r>
          </a:p>
          <a:p>
            <a:pPr lvl="1"/>
            <a:endParaRPr lang="en-US" dirty="0"/>
          </a:p>
          <a:p>
            <a:r>
              <a:rPr lang="en-US" dirty="0"/>
              <a:t>Edit button on recipes</a:t>
            </a:r>
          </a:p>
          <a:p>
            <a:endParaRPr lang="en-US" dirty="0"/>
          </a:p>
          <a:p>
            <a:r>
              <a:rPr lang="en-US" dirty="0"/>
              <a:t>Delete / Zeroing ingredients logic</a:t>
            </a:r>
          </a:p>
          <a:p>
            <a:pPr lvl="1"/>
            <a:r>
              <a:rPr lang="en-US" dirty="0"/>
              <a:t>Doesn’t delete if an ingredient is being used by a recipe, instead set to 0</a:t>
            </a:r>
          </a:p>
        </p:txBody>
      </p:sp>
    </p:spTree>
    <p:extLst>
      <p:ext uri="{BB962C8B-B14F-4D97-AF65-F5344CB8AC3E}">
        <p14:creationId xmlns:p14="http://schemas.microsoft.com/office/powerpoint/2010/main" val="2143632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 next time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Move camera button into add recipe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Various UI tweaks to make it look cleaner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export / import of data 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</TotalTime>
  <Words>301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Cupboardly</vt:lpstr>
      <vt:lpstr>Problems</vt:lpstr>
      <vt:lpstr>Problems</vt:lpstr>
      <vt:lpstr>Gemini Recipe Prompt</vt:lpstr>
      <vt:lpstr>Recipe Auto-Fill</vt:lpstr>
      <vt:lpstr>“Loading” popup</vt:lpstr>
      <vt:lpstr>In Progress (close but not yet ready)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675</cp:revision>
  <dcterms:created xsi:type="dcterms:W3CDTF">2026-01-29T21:40:52Z</dcterms:created>
  <dcterms:modified xsi:type="dcterms:W3CDTF">2026-04-10T04:38:07Z</dcterms:modified>
</cp:coreProperties>
</file>