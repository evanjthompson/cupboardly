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85" r:id="rId3"/>
    <p:sldId id="277" r:id="rId4"/>
    <p:sldId id="278" r:id="rId5"/>
    <p:sldId id="282" r:id="rId6"/>
    <p:sldId id="279" r:id="rId7"/>
    <p:sldId id="281" r:id="rId8"/>
    <p:sldId id="284" r:id="rId9"/>
    <p:sldId id="280" r:id="rId10"/>
    <p:sldId id="283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AE0"/>
    <a:srgbClr val="C59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17374-80ED-4B9C-8D22-FCFC2C16EE0A}" v="9" dt="2026-02-27T04:28:38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45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abd38527-ecfe-449f-bd57-123309a8e21a" providerId="ADAL" clId="{A3ACA64E-DD95-4F7F-9AB4-48AE4D65E258}"/>
    <pc:docChg chg="undo custSel addSld delSld modSld sldOrd">
      <pc:chgData name="Evan J. Thompson" userId="abd38527-ecfe-449f-bd57-123309a8e21a" providerId="ADAL" clId="{A3ACA64E-DD95-4F7F-9AB4-48AE4D65E258}" dt="2026-02-27T04:28:50.149" v="4372" actId="1076"/>
      <pc:docMkLst>
        <pc:docMk/>
      </pc:docMkLst>
      <pc:sldChg chg="modSp mod">
        <pc:chgData name="Evan J. Thompson" userId="abd38527-ecfe-449f-bd57-123309a8e21a" providerId="ADAL" clId="{A3ACA64E-DD95-4F7F-9AB4-48AE4D65E258}" dt="2026-02-27T00:04:01.581" v="1" actId="20577"/>
        <pc:sldMkLst>
          <pc:docMk/>
          <pc:sldMk cId="2356566640" sldId="256"/>
        </pc:sldMkLst>
        <pc:spChg chg="mod">
          <ac:chgData name="Evan J. Thompson" userId="abd38527-ecfe-449f-bd57-123309a8e21a" providerId="ADAL" clId="{A3ACA64E-DD95-4F7F-9AB4-48AE4D65E258}" dt="2026-02-27T00:04:01.581" v="1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 del mod">
        <pc:chgData name="Evan J. Thompson" userId="abd38527-ecfe-449f-bd57-123309a8e21a" providerId="ADAL" clId="{A3ACA64E-DD95-4F7F-9AB4-48AE4D65E258}" dt="2026-02-27T01:38:46.453" v="134" actId="47"/>
        <pc:sldMkLst>
          <pc:docMk/>
          <pc:sldMk cId="3230975087" sldId="268"/>
        </pc:sldMkLst>
        <pc:spChg chg="mod">
          <ac:chgData name="Evan J. Thompson" userId="abd38527-ecfe-449f-bd57-123309a8e21a" providerId="ADAL" clId="{A3ACA64E-DD95-4F7F-9AB4-48AE4D65E258}" dt="2026-02-27T01:38:42.121" v="133" actId="20577"/>
          <ac:spMkLst>
            <pc:docMk/>
            <pc:sldMk cId="3230975087" sldId="268"/>
            <ac:spMk id="3" creationId="{BAFB1CAE-8612-B79F-AEAE-CE64EAE57677}"/>
          </ac:spMkLst>
        </pc:spChg>
      </pc:sldChg>
      <pc:sldChg chg="del">
        <pc:chgData name="Evan J. Thompson" userId="abd38527-ecfe-449f-bd57-123309a8e21a" providerId="ADAL" clId="{A3ACA64E-DD95-4F7F-9AB4-48AE4D65E258}" dt="2026-02-27T01:37:54.807" v="2" actId="47"/>
        <pc:sldMkLst>
          <pc:docMk/>
          <pc:sldMk cId="2407207789" sldId="269"/>
        </pc:sldMkLst>
      </pc:sldChg>
      <pc:sldChg chg="del">
        <pc:chgData name="Evan J. Thompson" userId="abd38527-ecfe-449f-bd57-123309a8e21a" providerId="ADAL" clId="{A3ACA64E-DD95-4F7F-9AB4-48AE4D65E258}" dt="2026-02-27T01:37:55.380" v="3" actId="47"/>
        <pc:sldMkLst>
          <pc:docMk/>
          <pc:sldMk cId="560803626" sldId="270"/>
        </pc:sldMkLst>
      </pc:sldChg>
      <pc:sldChg chg="del">
        <pc:chgData name="Evan J. Thompson" userId="abd38527-ecfe-449f-bd57-123309a8e21a" providerId="ADAL" clId="{A3ACA64E-DD95-4F7F-9AB4-48AE4D65E258}" dt="2026-02-27T01:37:55.911" v="4" actId="47"/>
        <pc:sldMkLst>
          <pc:docMk/>
          <pc:sldMk cId="4249792070" sldId="271"/>
        </pc:sldMkLst>
      </pc:sldChg>
      <pc:sldChg chg="del">
        <pc:chgData name="Evan J. Thompson" userId="abd38527-ecfe-449f-bd57-123309a8e21a" providerId="ADAL" clId="{A3ACA64E-DD95-4F7F-9AB4-48AE4D65E258}" dt="2026-02-27T01:37:57.157" v="6" actId="47"/>
        <pc:sldMkLst>
          <pc:docMk/>
          <pc:sldMk cId="2308930974" sldId="272"/>
        </pc:sldMkLst>
      </pc:sldChg>
      <pc:sldChg chg="del">
        <pc:chgData name="Evan J. Thompson" userId="abd38527-ecfe-449f-bd57-123309a8e21a" providerId="ADAL" clId="{A3ACA64E-DD95-4F7F-9AB4-48AE4D65E258}" dt="2026-02-27T01:37:56.545" v="5" actId="47"/>
        <pc:sldMkLst>
          <pc:docMk/>
          <pc:sldMk cId="359225264" sldId="273"/>
        </pc:sldMkLst>
      </pc:sldChg>
      <pc:sldChg chg="del">
        <pc:chgData name="Evan J. Thompson" userId="abd38527-ecfe-449f-bd57-123309a8e21a" providerId="ADAL" clId="{A3ACA64E-DD95-4F7F-9AB4-48AE4D65E258}" dt="2026-02-27T01:37:57.715" v="7" actId="47"/>
        <pc:sldMkLst>
          <pc:docMk/>
          <pc:sldMk cId="1464614662" sldId="274"/>
        </pc:sldMkLst>
      </pc:sldChg>
      <pc:sldChg chg="del">
        <pc:chgData name="Evan J. Thompson" userId="abd38527-ecfe-449f-bd57-123309a8e21a" providerId="ADAL" clId="{A3ACA64E-DD95-4F7F-9AB4-48AE4D65E258}" dt="2026-02-27T01:37:58.258" v="8" actId="47"/>
        <pc:sldMkLst>
          <pc:docMk/>
          <pc:sldMk cId="730074013" sldId="275"/>
        </pc:sldMkLst>
      </pc:sldChg>
      <pc:sldChg chg="modSp mod">
        <pc:chgData name="Evan J. Thompson" userId="abd38527-ecfe-449f-bd57-123309a8e21a" providerId="ADAL" clId="{A3ACA64E-DD95-4F7F-9AB4-48AE4D65E258}" dt="2026-02-27T03:52:55.068" v="1523" actId="20577"/>
        <pc:sldMkLst>
          <pc:docMk/>
          <pc:sldMk cId="3057425626" sldId="276"/>
        </pc:sldMkLst>
        <pc:spChg chg="mod">
          <ac:chgData name="Evan J. Thompson" userId="abd38527-ecfe-449f-bd57-123309a8e21a" providerId="ADAL" clId="{A3ACA64E-DD95-4F7F-9AB4-48AE4D65E258}" dt="2026-02-27T03:52:55.068" v="1523" actId="20577"/>
          <ac:spMkLst>
            <pc:docMk/>
            <pc:sldMk cId="3057425626" sldId="276"/>
            <ac:spMk id="3" creationId="{9B7018C3-5EA8-63F3-2CD5-A2594377AC5A}"/>
          </ac:spMkLst>
        </pc:spChg>
      </pc:sldChg>
      <pc:sldChg chg="addSp delSp modSp new mod">
        <pc:chgData name="Evan J. Thompson" userId="abd38527-ecfe-449f-bd57-123309a8e21a" providerId="ADAL" clId="{A3ACA64E-DD95-4F7F-9AB4-48AE4D65E258}" dt="2026-02-27T03:46:44.161" v="888" actId="1076"/>
        <pc:sldMkLst>
          <pc:docMk/>
          <pc:sldMk cId="2569829202" sldId="277"/>
        </pc:sldMkLst>
        <pc:spChg chg="mod">
          <ac:chgData name="Evan J. Thompson" userId="abd38527-ecfe-449f-bd57-123309a8e21a" providerId="ADAL" clId="{A3ACA64E-DD95-4F7F-9AB4-48AE4D65E258}" dt="2026-02-27T02:10:48.589" v="156" actId="20577"/>
          <ac:spMkLst>
            <pc:docMk/>
            <pc:sldMk cId="2569829202" sldId="277"/>
            <ac:spMk id="2" creationId="{2DCB33C9-3D3D-F3DC-9977-B5032655CCA1}"/>
          </ac:spMkLst>
        </pc:spChg>
        <pc:spChg chg="mod">
          <ac:chgData name="Evan J. Thompson" userId="abd38527-ecfe-449f-bd57-123309a8e21a" providerId="ADAL" clId="{A3ACA64E-DD95-4F7F-9AB4-48AE4D65E258}" dt="2026-02-27T02:16:49.640" v="214" actId="14100"/>
          <ac:spMkLst>
            <pc:docMk/>
            <pc:sldMk cId="2569829202" sldId="277"/>
            <ac:spMk id="3" creationId="{9D836EBE-3949-E4A8-4C36-0F6422D7B0A7}"/>
          </ac:spMkLst>
        </pc:spChg>
        <pc:picChg chg="add del mod">
          <ac:chgData name="Evan J. Thompson" userId="abd38527-ecfe-449f-bd57-123309a8e21a" providerId="ADAL" clId="{A3ACA64E-DD95-4F7F-9AB4-48AE4D65E258}" dt="2026-02-27T03:45:59.732" v="881" actId="478"/>
          <ac:picMkLst>
            <pc:docMk/>
            <pc:sldMk cId="2569829202" sldId="277"/>
            <ac:picMk id="5" creationId="{D8321A37-51BD-C76A-2AA3-01D6B02F45BF}"/>
          </ac:picMkLst>
        </pc:picChg>
        <pc:picChg chg="add del mod">
          <ac:chgData name="Evan J. Thompson" userId="abd38527-ecfe-449f-bd57-123309a8e21a" providerId="ADAL" clId="{A3ACA64E-DD95-4F7F-9AB4-48AE4D65E258}" dt="2026-02-27T03:45:58.324" v="880" actId="478"/>
          <ac:picMkLst>
            <pc:docMk/>
            <pc:sldMk cId="2569829202" sldId="277"/>
            <ac:picMk id="7" creationId="{D1D825A4-6083-547B-04F2-AB88D3B45C80}"/>
          </ac:picMkLst>
        </pc:picChg>
        <pc:picChg chg="add mod">
          <ac:chgData name="Evan J. Thompson" userId="abd38527-ecfe-449f-bd57-123309a8e21a" providerId="ADAL" clId="{A3ACA64E-DD95-4F7F-9AB4-48AE4D65E258}" dt="2026-02-27T03:46:40.362" v="887" actId="1076"/>
          <ac:picMkLst>
            <pc:docMk/>
            <pc:sldMk cId="2569829202" sldId="277"/>
            <ac:picMk id="9" creationId="{3ABFCB81-0AF7-1AB5-FF2C-BB019435C221}"/>
          </ac:picMkLst>
        </pc:picChg>
        <pc:picChg chg="add mod">
          <ac:chgData name="Evan J. Thompson" userId="abd38527-ecfe-449f-bd57-123309a8e21a" providerId="ADAL" clId="{A3ACA64E-DD95-4F7F-9AB4-48AE4D65E258}" dt="2026-02-27T03:46:44.161" v="888" actId="1076"/>
          <ac:picMkLst>
            <pc:docMk/>
            <pc:sldMk cId="2569829202" sldId="277"/>
            <ac:picMk id="11" creationId="{0AB9E765-DD42-D674-857B-7316C364E102}"/>
          </ac:picMkLst>
        </pc:picChg>
      </pc:sldChg>
      <pc:sldChg chg="del">
        <pc:chgData name="Evan J. Thompson" userId="abd38527-ecfe-449f-bd57-123309a8e21a" providerId="ADAL" clId="{A3ACA64E-DD95-4F7F-9AB4-48AE4D65E258}" dt="2026-02-27T01:37:58.921" v="9" actId="47"/>
        <pc:sldMkLst>
          <pc:docMk/>
          <pc:sldMk cId="2591409819" sldId="277"/>
        </pc:sldMkLst>
      </pc:sldChg>
      <pc:sldChg chg="addSp delSp modSp new mod">
        <pc:chgData name="Evan J. Thompson" userId="abd38527-ecfe-449f-bd57-123309a8e21a" providerId="ADAL" clId="{A3ACA64E-DD95-4F7F-9AB4-48AE4D65E258}" dt="2026-02-27T04:25:04.201" v="4368" actId="20577"/>
        <pc:sldMkLst>
          <pc:docMk/>
          <pc:sldMk cId="2342737223" sldId="278"/>
        </pc:sldMkLst>
        <pc:spChg chg="mod">
          <ac:chgData name="Evan J. Thompson" userId="abd38527-ecfe-449f-bd57-123309a8e21a" providerId="ADAL" clId="{A3ACA64E-DD95-4F7F-9AB4-48AE4D65E258}" dt="2026-02-27T02:17:31.365" v="247" actId="20577"/>
          <ac:spMkLst>
            <pc:docMk/>
            <pc:sldMk cId="2342737223" sldId="278"/>
            <ac:spMk id="2" creationId="{5CFDBBC1-6120-B8A4-7D94-7A4080197B64}"/>
          </ac:spMkLst>
        </pc:spChg>
        <pc:spChg chg="mod">
          <ac:chgData name="Evan J. Thompson" userId="abd38527-ecfe-449f-bd57-123309a8e21a" providerId="ADAL" clId="{A3ACA64E-DD95-4F7F-9AB4-48AE4D65E258}" dt="2026-02-27T04:25:04.201" v="4368" actId="20577"/>
          <ac:spMkLst>
            <pc:docMk/>
            <pc:sldMk cId="2342737223" sldId="278"/>
            <ac:spMk id="3" creationId="{AD742E62-F82F-FB73-EA3A-CF5EB8B7841A}"/>
          </ac:spMkLst>
        </pc:spChg>
        <pc:picChg chg="add del mod">
          <ac:chgData name="Evan J. Thompson" userId="abd38527-ecfe-449f-bd57-123309a8e21a" providerId="ADAL" clId="{A3ACA64E-DD95-4F7F-9AB4-48AE4D65E258}" dt="2026-02-27T03:46:02.175" v="882" actId="478"/>
          <ac:picMkLst>
            <pc:docMk/>
            <pc:sldMk cId="2342737223" sldId="278"/>
            <ac:picMk id="4" creationId="{3C47F660-68C3-8DF9-AF08-50B3A27D1EE0}"/>
          </ac:picMkLst>
        </pc:picChg>
        <pc:picChg chg="add del mod">
          <ac:chgData name="Evan J. Thompson" userId="abd38527-ecfe-449f-bd57-123309a8e21a" providerId="ADAL" clId="{A3ACA64E-DD95-4F7F-9AB4-48AE4D65E258}" dt="2026-02-27T03:46:03.387" v="883" actId="478"/>
          <ac:picMkLst>
            <pc:docMk/>
            <pc:sldMk cId="2342737223" sldId="278"/>
            <ac:picMk id="6" creationId="{03818210-150B-D0D5-4A13-FF80FC4B8611}"/>
          </ac:picMkLst>
        </pc:picChg>
        <pc:picChg chg="add mod">
          <ac:chgData name="Evan J. Thompson" userId="abd38527-ecfe-449f-bd57-123309a8e21a" providerId="ADAL" clId="{A3ACA64E-DD95-4F7F-9AB4-48AE4D65E258}" dt="2026-02-27T03:47:47.210" v="912" actId="1037"/>
          <ac:picMkLst>
            <pc:docMk/>
            <pc:sldMk cId="2342737223" sldId="278"/>
            <ac:picMk id="8" creationId="{FFA54088-173F-2C9C-E18C-A91FA0B138BE}"/>
          </ac:picMkLst>
        </pc:picChg>
        <pc:picChg chg="add mod">
          <ac:chgData name="Evan J. Thompson" userId="abd38527-ecfe-449f-bd57-123309a8e21a" providerId="ADAL" clId="{A3ACA64E-DD95-4F7F-9AB4-48AE4D65E258}" dt="2026-02-27T03:47:27.473" v="896" actId="1076"/>
          <ac:picMkLst>
            <pc:docMk/>
            <pc:sldMk cId="2342737223" sldId="278"/>
            <ac:picMk id="9" creationId="{E8EDBA9F-FE63-3B86-FEE7-D211002B4FDF}"/>
          </ac:picMkLst>
        </pc:picChg>
      </pc:sldChg>
      <pc:sldChg chg="modSp new mod">
        <pc:chgData name="Evan J. Thompson" userId="abd38527-ecfe-449f-bd57-123309a8e21a" providerId="ADAL" clId="{A3ACA64E-DD95-4F7F-9AB4-48AE4D65E258}" dt="2026-02-27T04:18:55.237" v="3941" actId="313"/>
        <pc:sldMkLst>
          <pc:docMk/>
          <pc:sldMk cId="2804401524" sldId="279"/>
        </pc:sldMkLst>
        <pc:spChg chg="mod">
          <ac:chgData name="Evan J. Thompson" userId="abd38527-ecfe-449f-bd57-123309a8e21a" providerId="ADAL" clId="{A3ACA64E-DD95-4F7F-9AB4-48AE4D65E258}" dt="2026-02-27T02:19:36.508" v="335" actId="20577"/>
          <ac:spMkLst>
            <pc:docMk/>
            <pc:sldMk cId="2804401524" sldId="279"/>
            <ac:spMk id="2" creationId="{BB393A73-9B4D-69E3-6E21-865875E9C3F6}"/>
          </ac:spMkLst>
        </pc:spChg>
        <pc:spChg chg="mod">
          <ac:chgData name="Evan J. Thompson" userId="abd38527-ecfe-449f-bd57-123309a8e21a" providerId="ADAL" clId="{A3ACA64E-DD95-4F7F-9AB4-48AE4D65E258}" dt="2026-02-27T04:18:55.237" v="3941" actId="313"/>
          <ac:spMkLst>
            <pc:docMk/>
            <pc:sldMk cId="2804401524" sldId="279"/>
            <ac:spMk id="3" creationId="{321DFA48-3C77-D28D-D7F2-90C6B28C2568}"/>
          </ac:spMkLst>
        </pc:spChg>
      </pc:sldChg>
      <pc:sldChg chg="modSp new mod ord">
        <pc:chgData name="Evan J. Thompson" userId="abd38527-ecfe-449f-bd57-123309a8e21a" providerId="ADAL" clId="{A3ACA64E-DD95-4F7F-9AB4-48AE4D65E258}" dt="2026-02-27T04:18:39.835" v="3931" actId="20577"/>
        <pc:sldMkLst>
          <pc:docMk/>
          <pc:sldMk cId="1197495251" sldId="280"/>
        </pc:sldMkLst>
        <pc:spChg chg="mod">
          <ac:chgData name="Evan J. Thompson" userId="abd38527-ecfe-449f-bd57-123309a8e21a" providerId="ADAL" clId="{A3ACA64E-DD95-4F7F-9AB4-48AE4D65E258}" dt="2026-02-27T04:09:48.005" v="3238" actId="20577"/>
          <ac:spMkLst>
            <pc:docMk/>
            <pc:sldMk cId="1197495251" sldId="280"/>
            <ac:spMk id="2" creationId="{8D89BD6F-1E0C-7ACD-1C8A-3C88C13C36E2}"/>
          </ac:spMkLst>
        </pc:spChg>
        <pc:spChg chg="mod">
          <ac:chgData name="Evan J. Thompson" userId="abd38527-ecfe-449f-bd57-123309a8e21a" providerId="ADAL" clId="{A3ACA64E-DD95-4F7F-9AB4-48AE4D65E258}" dt="2026-02-27T04:18:39.835" v="3931" actId="20577"/>
          <ac:spMkLst>
            <pc:docMk/>
            <pc:sldMk cId="1197495251" sldId="280"/>
            <ac:spMk id="3" creationId="{92994F54-0871-BDB5-235A-A7058C2C1EF2}"/>
          </ac:spMkLst>
        </pc:spChg>
      </pc:sldChg>
      <pc:sldChg chg="addSp modSp new mod">
        <pc:chgData name="Evan J. Thompson" userId="abd38527-ecfe-449f-bd57-123309a8e21a" providerId="ADAL" clId="{A3ACA64E-DD95-4F7F-9AB4-48AE4D65E258}" dt="2026-02-27T03:50:24.747" v="1113" actId="1076"/>
        <pc:sldMkLst>
          <pc:docMk/>
          <pc:sldMk cId="2556965789" sldId="281"/>
        </pc:sldMkLst>
        <pc:spChg chg="mod">
          <ac:chgData name="Evan J. Thompson" userId="abd38527-ecfe-449f-bd57-123309a8e21a" providerId="ADAL" clId="{A3ACA64E-DD95-4F7F-9AB4-48AE4D65E258}" dt="2026-02-27T03:49:14.715" v="1092" actId="20577"/>
          <ac:spMkLst>
            <pc:docMk/>
            <pc:sldMk cId="2556965789" sldId="281"/>
            <ac:spMk id="2" creationId="{4ABFE360-03E3-E203-2D0E-C78FC8FD083F}"/>
          </ac:spMkLst>
        </pc:spChg>
        <pc:spChg chg="mod">
          <ac:chgData name="Evan J. Thompson" userId="abd38527-ecfe-449f-bd57-123309a8e21a" providerId="ADAL" clId="{A3ACA64E-DD95-4F7F-9AB4-48AE4D65E258}" dt="2026-02-27T03:49:33.031" v="1106" actId="14100"/>
          <ac:spMkLst>
            <pc:docMk/>
            <pc:sldMk cId="2556965789" sldId="281"/>
            <ac:spMk id="3" creationId="{64A38ECB-6360-C697-CBD2-6AD32B6AA4DE}"/>
          </ac:spMkLst>
        </pc:spChg>
        <pc:picChg chg="add mod">
          <ac:chgData name="Evan J. Thompson" userId="abd38527-ecfe-449f-bd57-123309a8e21a" providerId="ADAL" clId="{A3ACA64E-DD95-4F7F-9AB4-48AE4D65E258}" dt="2026-02-27T03:50:24.747" v="1113" actId="1076"/>
          <ac:picMkLst>
            <pc:docMk/>
            <pc:sldMk cId="2556965789" sldId="281"/>
            <ac:picMk id="5" creationId="{3D697D0F-2C27-8D81-C578-D7D197A6FC86}"/>
          </ac:picMkLst>
        </pc:picChg>
        <pc:picChg chg="add mod">
          <ac:chgData name="Evan J. Thompson" userId="abd38527-ecfe-449f-bd57-123309a8e21a" providerId="ADAL" clId="{A3ACA64E-DD95-4F7F-9AB4-48AE4D65E258}" dt="2026-02-27T03:50:23.151" v="1112" actId="1076"/>
          <ac:picMkLst>
            <pc:docMk/>
            <pc:sldMk cId="2556965789" sldId="281"/>
            <ac:picMk id="7" creationId="{8FF265D1-A91E-264A-3290-F01DEECA18B8}"/>
          </ac:picMkLst>
        </pc:picChg>
      </pc:sldChg>
      <pc:sldChg chg="addSp modSp new mod">
        <pc:chgData name="Evan J. Thompson" userId="abd38527-ecfe-449f-bd57-123309a8e21a" providerId="ADAL" clId="{A3ACA64E-DD95-4F7F-9AB4-48AE4D65E258}" dt="2026-02-27T04:28:50.149" v="4372" actId="1076"/>
        <pc:sldMkLst>
          <pc:docMk/>
          <pc:sldMk cId="2525779175" sldId="282"/>
        </pc:sldMkLst>
        <pc:spChg chg="mod">
          <ac:chgData name="Evan J. Thompson" userId="abd38527-ecfe-449f-bd57-123309a8e21a" providerId="ADAL" clId="{A3ACA64E-DD95-4F7F-9AB4-48AE4D65E258}" dt="2026-02-27T03:50:56.153" v="1133" actId="20577"/>
          <ac:spMkLst>
            <pc:docMk/>
            <pc:sldMk cId="2525779175" sldId="282"/>
            <ac:spMk id="2" creationId="{4E333C21-5F69-1D6A-41FE-CEC311108C66}"/>
          </ac:spMkLst>
        </pc:spChg>
        <pc:spChg chg="mod">
          <ac:chgData name="Evan J. Thompson" userId="abd38527-ecfe-449f-bd57-123309a8e21a" providerId="ADAL" clId="{A3ACA64E-DD95-4F7F-9AB4-48AE4D65E258}" dt="2026-02-27T04:28:15.339" v="4369" actId="14100"/>
          <ac:spMkLst>
            <pc:docMk/>
            <pc:sldMk cId="2525779175" sldId="282"/>
            <ac:spMk id="3" creationId="{5E9AD9BA-77A8-92BE-0BE8-1BDE1BA71763}"/>
          </ac:spMkLst>
        </pc:spChg>
        <pc:spChg chg="add">
          <ac:chgData name="Evan J. Thompson" userId="abd38527-ecfe-449f-bd57-123309a8e21a" providerId="ADAL" clId="{A3ACA64E-DD95-4F7F-9AB4-48AE4D65E258}" dt="2026-02-27T04:28:34.816" v="4370"/>
          <ac:spMkLst>
            <pc:docMk/>
            <pc:sldMk cId="2525779175" sldId="282"/>
            <ac:spMk id="4" creationId="{2B5AEC73-9426-0EC3-B33D-EA83A088B2D4}"/>
          </ac:spMkLst>
        </pc:spChg>
        <pc:picChg chg="add mod">
          <ac:chgData name="Evan J. Thompson" userId="abd38527-ecfe-449f-bd57-123309a8e21a" providerId="ADAL" clId="{A3ACA64E-DD95-4F7F-9AB4-48AE4D65E258}" dt="2026-02-27T04:28:50.149" v="4372" actId="1076"/>
          <ac:picMkLst>
            <pc:docMk/>
            <pc:sldMk cId="2525779175" sldId="282"/>
            <ac:picMk id="5" creationId="{44B10C5E-CB8B-7DAF-C08D-8B8085D02618}"/>
          </ac:picMkLst>
        </pc:picChg>
      </pc:sldChg>
      <pc:sldChg chg="modSp new mod">
        <pc:chgData name="Evan J. Thompson" userId="abd38527-ecfe-449f-bd57-123309a8e21a" providerId="ADAL" clId="{A3ACA64E-DD95-4F7F-9AB4-48AE4D65E258}" dt="2026-02-27T04:20:55.709" v="4028" actId="20577"/>
        <pc:sldMkLst>
          <pc:docMk/>
          <pc:sldMk cId="140748850" sldId="283"/>
        </pc:sldMkLst>
        <pc:spChg chg="mod">
          <ac:chgData name="Evan J. Thompson" userId="abd38527-ecfe-449f-bd57-123309a8e21a" providerId="ADAL" clId="{A3ACA64E-DD95-4F7F-9AB4-48AE4D65E258}" dt="2026-02-27T03:54:07.834" v="1556" actId="20577"/>
          <ac:spMkLst>
            <pc:docMk/>
            <pc:sldMk cId="140748850" sldId="283"/>
            <ac:spMk id="2" creationId="{DC024BDA-9BF1-559F-8838-BF177B9112A9}"/>
          </ac:spMkLst>
        </pc:spChg>
        <pc:spChg chg="mod">
          <ac:chgData name="Evan J. Thompson" userId="abd38527-ecfe-449f-bd57-123309a8e21a" providerId="ADAL" clId="{A3ACA64E-DD95-4F7F-9AB4-48AE4D65E258}" dt="2026-02-27T04:20:55.709" v="4028" actId="20577"/>
          <ac:spMkLst>
            <pc:docMk/>
            <pc:sldMk cId="140748850" sldId="283"/>
            <ac:spMk id="3" creationId="{DE325D23-A2E3-D621-7059-E2E320E61E6C}"/>
          </ac:spMkLst>
        </pc:spChg>
      </pc:sldChg>
      <pc:sldChg chg="modSp new mod">
        <pc:chgData name="Evan J. Thompson" userId="abd38527-ecfe-449f-bd57-123309a8e21a" providerId="ADAL" clId="{A3ACA64E-DD95-4F7F-9AB4-48AE4D65E258}" dt="2026-02-27T04:13:10.605" v="3665" actId="20577"/>
        <pc:sldMkLst>
          <pc:docMk/>
          <pc:sldMk cId="1893077397" sldId="284"/>
        </pc:sldMkLst>
        <pc:spChg chg="mod">
          <ac:chgData name="Evan J. Thompson" userId="abd38527-ecfe-449f-bd57-123309a8e21a" providerId="ADAL" clId="{A3ACA64E-DD95-4F7F-9AB4-48AE4D65E258}" dt="2026-02-27T04:10:16.170" v="3288" actId="20577"/>
          <ac:spMkLst>
            <pc:docMk/>
            <pc:sldMk cId="1893077397" sldId="284"/>
            <ac:spMk id="2" creationId="{2FA6E4C9-AB89-73BB-43C7-5446FB78E7E8}"/>
          </ac:spMkLst>
        </pc:spChg>
        <pc:spChg chg="mod">
          <ac:chgData name="Evan J. Thompson" userId="abd38527-ecfe-449f-bd57-123309a8e21a" providerId="ADAL" clId="{A3ACA64E-DD95-4F7F-9AB4-48AE4D65E258}" dt="2026-02-27T04:13:10.605" v="3665" actId="20577"/>
          <ac:spMkLst>
            <pc:docMk/>
            <pc:sldMk cId="1893077397" sldId="284"/>
            <ac:spMk id="3" creationId="{54E029F9-C069-9C94-FB76-8F03D9F84F37}"/>
          </ac:spMkLst>
        </pc:spChg>
      </pc:sldChg>
      <pc:sldChg chg="modSp new mod">
        <pc:chgData name="Evan J. Thompson" userId="abd38527-ecfe-449f-bd57-123309a8e21a" providerId="ADAL" clId="{A3ACA64E-DD95-4F7F-9AB4-48AE4D65E258}" dt="2026-02-27T04:24:06.711" v="4324" actId="20577"/>
        <pc:sldMkLst>
          <pc:docMk/>
          <pc:sldMk cId="4087303592" sldId="285"/>
        </pc:sldMkLst>
        <pc:spChg chg="mod">
          <ac:chgData name="Evan J. Thompson" userId="abd38527-ecfe-449f-bd57-123309a8e21a" providerId="ADAL" clId="{A3ACA64E-DD95-4F7F-9AB4-48AE4D65E258}" dt="2026-02-27T04:21:44.772" v="4037" actId="20577"/>
          <ac:spMkLst>
            <pc:docMk/>
            <pc:sldMk cId="4087303592" sldId="285"/>
            <ac:spMk id="2" creationId="{9741E5D4-8032-03BE-4DD3-049BBECDFBE1}"/>
          </ac:spMkLst>
        </pc:spChg>
        <pc:spChg chg="mod">
          <ac:chgData name="Evan J. Thompson" userId="abd38527-ecfe-449f-bd57-123309a8e21a" providerId="ADAL" clId="{A3ACA64E-DD95-4F7F-9AB4-48AE4D65E258}" dt="2026-02-27T04:24:06.711" v="4324" actId="20577"/>
          <ac:spMkLst>
            <pc:docMk/>
            <pc:sldMk cId="4087303592" sldId="285"/>
            <ac:spMk id="3" creationId="{74104273-34E9-B3FD-9A88-8479762E42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DA08-EAF4-C62A-ED0C-CB2008D3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EA8E-3F9C-F5B1-B5FA-986228DF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F071-65FB-97D1-B9FF-91654376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BCF1-35FB-8B84-2C0D-90281BB8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AD7-5A31-0677-82EB-EE506DB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A3F4-9D55-8BF5-2A8F-B78E52BE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DAA9-A511-88F0-4021-74F7ECC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6BDE-B52F-D89A-8D72-62AA31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F943-79F5-3E97-FF59-A74703C8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FCD2-E16B-F906-AB6B-7FBB711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EE5-89C3-F98E-88F9-F5529E1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7D7A-D39E-D192-16BD-18348B5A5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7AA9-B89B-0668-2E9C-69CF8BCB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9640-654C-4578-B4C2-1DB79F4B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731-4801-D91B-12BD-7C2E2229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95D-5425-3E39-B1B4-DE4666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E55B-DBB8-3584-34D0-A746BB39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7346-4778-6F6C-1D35-9B3CD4A66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74C-A4CF-A2F7-FF99-AE3A983E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0721-E46B-8369-8CC2-CE9C067A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7052-C351-E910-1BE1-1179DE97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7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06A-8A1F-504E-9B38-94377FF3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9BE3-21B1-2FD2-CE7C-84E2E43A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E7DB-FB6C-3516-00DA-AF658E71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232E-15AD-5FF7-470F-3517F4BE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8C0AC-6D29-BD8A-34AE-C112939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DE48-BF62-ED30-4DCA-5FFE2CA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8771-B7A2-980F-52DA-39870B8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D0B57-4343-F17E-470A-C0D42EB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D8E-8BE8-6447-E50A-C5ED7F3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5E47-B7B1-A8B4-315A-722D361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CDBF-EBC3-ED24-6BB3-8F4A7C44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21F8-6A35-AD7C-11CF-F1E8CD4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CD85-AB17-6B5C-EF63-808DD0AE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22194-AC5F-D4AC-5A5F-1EE4FCF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60A52-1D6B-6189-FB5E-3A74FF97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B0E-B54D-3B40-556E-0E51E6F9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EDFB-9ED7-3369-14E2-97D4C19D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827BB-9178-7144-1512-0FA844A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EE46-1A5F-CA78-81D0-2DE6915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E8A6-F592-4107-63CC-91AF4E1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FB2F-CE6B-24E1-BAC4-9C4D1A9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5093-86EB-2068-E6F0-FA93EDE6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E9439-BA49-1304-D0F0-EFD1D21E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7D87-B17C-6635-1C21-902EC1F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7F54-F4A3-87CC-C38B-4496304B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72F-A764-DF02-E122-E0D5A8D7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F03E-A13A-C145-6ABE-DD066D0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712-CBF6-FD09-CE4B-CD412B54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73D4-F9A3-AC4B-A11E-3FD10EF5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8AF6-C7AF-2186-49A9-C399E663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A453-D251-2F25-DA1C-CB07CC99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8AC1-A24D-FA7D-883C-E2751F51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B9523-7726-9AF6-98CE-E77CA26BF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3621A-5F4F-DAF8-62D1-20840E89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B706-D5BB-7CDA-4340-987B27EF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8C01-74FD-DA20-7E7E-28A7AE8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133C-D276-02F6-9D14-7036B0E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9127"/>
            </a:gs>
            <a:gs pos="100000">
              <a:srgbClr val="0BBA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4FFFF-6E0C-B5EA-D8F7-DB3BE36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2418-5C04-395C-5F95-C9591373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757A-93DA-84EB-EFAB-94A1A3BA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68F5-5AB2-88FC-7531-8292907E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5F8F-0D71-BCC1-2478-6A3F377D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9600" b="1" dirty="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Weekly Report for 2/27/2026</a:t>
            </a: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E5D4-8032-03BE-4DD3-049BBECD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4273-34E9-B3FD-9A88-8479762E4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“Add More” button</a:t>
            </a:r>
          </a:p>
          <a:p>
            <a:r>
              <a:rPr lang="en-US" dirty="0"/>
              <a:t>“Edit” button</a:t>
            </a:r>
          </a:p>
          <a:p>
            <a:r>
              <a:rPr lang="en-US" dirty="0"/>
              <a:t>Add Recipe button*</a:t>
            </a:r>
          </a:p>
          <a:p>
            <a:r>
              <a:rPr lang="en-US" dirty="0"/>
              <a:t>Fixed validation being too strict when adding ingredients</a:t>
            </a:r>
          </a:p>
          <a:p>
            <a:r>
              <a:rPr lang="en-US" dirty="0"/>
              <a:t>Added all time values for quantity and cost to ingredients (might not use them for calculations)</a:t>
            </a:r>
          </a:p>
        </p:txBody>
      </p:sp>
    </p:spTree>
    <p:extLst>
      <p:ext uri="{BB962C8B-B14F-4D97-AF65-F5344CB8AC3E}">
        <p14:creationId xmlns:p14="http://schemas.microsoft.com/office/powerpoint/2010/main" val="408730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33C9-3D3D-F3DC-9977-B5032655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“Add More”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36EBE-3949-E4A8-4C36-0F6422D7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0809" cy="4351338"/>
          </a:xfrm>
        </p:spPr>
        <p:txBody>
          <a:bodyPr/>
          <a:lstStyle/>
          <a:p>
            <a:r>
              <a:rPr lang="en-US" dirty="0"/>
              <a:t>Adds onto existing totals for an ingredient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BFCB81-0AF7-1AB5-FF2C-BB019435C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356" y="0"/>
            <a:ext cx="30861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B9E765-DD42-D674-857B-7316C364E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709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2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DBBC1-6120-B8A4-7D94-7A408019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“Edit”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2E62-F82F-FB73-EA3A-CF5EB8B78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63704" cy="4351338"/>
          </a:xfrm>
        </p:spPr>
        <p:txBody>
          <a:bodyPr/>
          <a:lstStyle/>
          <a:p>
            <a:r>
              <a:rPr lang="en-US" dirty="0"/>
              <a:t>For editing specific details of an ingredient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A54088-173F-2C9C-E18C-A91FA0B13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833" y="0"/>
            <a:ext cx="30861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EDBA9F-FE63-3B86-FEE7-D211002B4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503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3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3C21-5F69-1D6A-41FE-CEC311108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Recipe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AD9BA-77A8-92BE-0BE8-1BDE1BA71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4110" cy="4351338"/>
          </a:xfrm>
        </p:spPr>
        <p:txBody>
          <a:bodyPr/>
          <a:lstStyle/>
          <a:p>
            <a:r>
              <a:rPr lang="en-US" dirty="0"/>
              <a:t>Almost ready</a:t>
            </a:r>
          </a:p>
          <a:p>
            <a:r>
              <a:rPr lang="en-US" dirty="0"/>
              <a:t>Will behave similarly to the add ingredients button</a:t>
            </a:r>
          </a:p>
          <a:p>
            <a:r>
              <a:rPr lang="en-US" dirty="0"/>
              <a:t>The user can enter recipe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10C5E-CB8B-7DAF-C08D-8B8085D0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395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7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3A73-9B4D-69E3-6E21-865875E9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DFA48-3C77-D28D-D7F2-90C6B28C2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adding a new ingredient, if the name already exists, it will add onto that existing ingredient</a:t>
            </a:r>
          </a:p>
          <a:p>
            <a:endParaRPr lang="en-US" dirty="0"/>
          </a:p>
          <a:p>
            <a:r>
              <a:rPr lang="en-US" dirty="0"/>
              <a:t>2 ways to add onto an existing ingredient:</a:t>
            </a:r>
          </a:p>
          <a:p>
            <a:pPr lvl="1"/>
            <a:r>
              <a:rPr lang="en-US" dirty="0"/>
              <a:t>When pressing “+,” if it already exists, it adds to it</a:t>
            </a:r>
          </a:p>
          <a:p>
            <a:pPr lvl="1"/>
            <a:r>
              <a:rPr lang="en-US" dirty="0"/>
              <a:t>When using the dedicated “Add More” button on an ingredient</a:t>
            </a:r>
          </a:p>
        </p:txBody>
      </p:sp>
    </p:spTree>
    <p:extLst>
      <p:ext uri="{BB962C8B-B14F-4D97-AF65-F5344CB8AC3E}">
        <p14:creationId xmlns:p14="http://schemas.microsoft.com/office/powerpoint/2010/main" val="2804401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E360-03E3-E203-2D0E-C78FC8FD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Screen Bug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8ECB-6360-C697-CBD2-6AD32B6AA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7633" cy="4351338"/>
          </a:xfrm>
        </p:spPr>
        <p:txBody>
          <a:bodyPr/>
          <a:lstStyle/>
          <a:p>
            <a:r>
              <a:rPr lang="en-US" dirty="0"/>
              <a:t>Ingredients are sometimes not being listed under an expanded recipe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97D0F-2C27-8D81-C578-D7D197A6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356" y="0"/>
            <a:ext cx="30861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F265D1-A91E-264A-3290-F01DEECA1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303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6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E4C9-AB89-73BB-43C7-5446FB78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Conversions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029F9-C069-9C94-FB76-8F03D9F84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Categories of units:</a:t>
            </a:r>
          </a:p>
          <a:p>
            <a:pPr lvl="1"/>
            <a:r>
              <a:rPr lang="en-US" dirty="0"/>
              <a:t>Volume</a:t>
            </a:r>
          </a:p>
          <a:p>
            <a:pPr lvl="1"/>
            <a:r>
              <a:rPr lang="en-US" dirty="0"/>
              <a:t>Weight</a:t>
            </a:r>
          </a:p>
          <a:p>
            <a:pPr lvl="1"/>
            <a:endParaRPr lang="en-US" dirty="0"/>
          </a:p>
          <a:p>
            <a:r>
              <a:rPr lang="en-US" dirty="0"/>
              <a:t>Converting within categories is easy:</a:t>
            </a:r>
          </a:p>
          <a:p>
            <a:pPr lvl="1"/>
            <a:r>
              <a:rPr lang="en-US" dirty="0"/>
              <a:t>Volume:		cups -&gt; tablespoons</a:t>
            </a:r>
          </a:p>
          <a:p>
            <a:pPr lvl="1"/>
            <a:r>
              <a:rPr lang="en-US" dirty="0"/>
              <a:t>Weight:		pounds -&gt; grams</a:t>
            </a:r>
          </a:p>
          <a:p>
            <a:pPr lvl="1"/>
            <a:endParaRPr lang="en-US" dirty="0"/>
          </a:p>
          <a:p>
            <a:r>
              <a:rPr lang="en-US" dirty="0"/>
              <a:t>However, a recipe might call for “1 cup of flour,” while the user is storing their flour in “pounds” in the database</a:t>
            </a:r>
          </a:p>
        </p:txBody>
      </p:sp>
    </p:spTree>
    <p:extLst>
      <p:ext uri="{BB962C8B-B14F-4D97-AF65-F5344CB8AC3E}">
        <p14:creationId xmlns:p14="http://schemas.microsoft.com/office/powerpoint/2010/main" val="1893077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BD6F-1E0C-7ACD-1C8A-3C88C13C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Conversions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94F54-0871-BDB5-235A-A7058C2C1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conversion from volume to weight is different for every ingredient</a:t>
            </a:r>
          </a:p>
          <a:p>
            <a:pPr lvl="1"/>
            <a:r>
              <a:rPr lang="en-US" dirty="0"/>
              <a:t>pounds -&gt; cups of sugar =/= pounds -&gt; cups of flour</a:t>
            </a:r>
          </a:p>
          <a:p>
            <a:endParaRPr lang="en-US" dirty="0"/>
          </a:p>
          <a:p>
            <a:r>
              <a:rPr lang="en-US" dirty="0"/>
              <a:t>Potential Fix:</a:t>
            </a:r>
          </a:p>
          <a:p>
            <a:pPr lvl="1"/>
            <a:r>
              <a:rPr lang="en-US" dirty="0"/>
              <a:t>Forcing user to input volume and weight for future conversions is technically possible, but not desirable</a:t>
            </a:r>
          </a:p>
          <a:p>
            <a:pPr lvl="1"/>
            <a:r>
              <a:rPr lang="en-US" dirty="0"/>
              <a:t>Instead, keep a record of most unit conversions for most popular ingredients a user might add (milk, eggs, flour, sugar, salt, etc.)</a:t>
            </a:r>
          </a:p>
          <a:p>
            <a:pPr lvl="2"/>
            <a:r>
              <a:rPr lang="en-US" dirty="0"/>
              <a:t>But storing all conversions for all possible ingredients is not possible</a:t>
            </a:r>
          </a:p>
          <a:p>
            <a:pPr lvl="1"/>
            <a:r>
              <a:rPr lang="en-US" dirty="0"/>
              <a:t>If an ingredient isn’t found, send to AI to generate conversion values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 other solution?</a:t>
            </a:r>
          </a:p>
        </p:txBody>
      </p:sp>
    </p:spTree>
    <p:extLst>
      <p:ext uri="{BB962C8B-B14F-4D97-AF65-F5344CB8AC3E}">
        <p14:creationId xmlns:p14="http://schemas.microsoft.com/office/powerpoint/2010/main" val="1197495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4BDA-9BF1-559F-8838-BF177B91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Cost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5D23-A2E3-D621-7059-E2E320E61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 to determine average cost over time?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Options:</a:t>
            </a:r>
          </a:p>
          <a:p>
            <a:pPr lvl="1"/>
            <a:r>
              <a:rPr lang="en-US" dirty="0"/>
              <a:t>Use (total cost all time)/(amount stored all time), regardless of current amount</a:t>
            </a:r>
          </a:p>
          <a:p>
            <a:pPr lvl="2"/>
            <a:r>
              <a:rPr lang="en-US" dirty="0"/>
              <a:t>Since prices change over time, it would not reflect current prices of ingredients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Update average price using only current values</a:t>
            </a:r>
          </a:p>
          <a:p>
            <a:pPr lvl="2"/>
            <a:r>
              <a:rPr lang="en-US" dirty="0"/>
              <a:t>We would have to subtract proportionally when quantity is reduced</a:t>
            </a:r>
          </a:p>
          <a:p>
            <a:pPr lvl="2"/>
            <a:r>
              <a:rPr lang="en-US" dirty="0"/>
              <a:t>If current quantity = 10 and current cost = $100, current cost/unit = $10</a:t>
            </a:r>
          </a:p>
          <a:p>
            <a:pPr lvl="2"/>
            <a:r>
              <a:rPr lang="en-US" dirty="0"/>
              <a:t>If user subtracts 2 from quantity, current quantity is 8</a:t>
            </a:r>
          </a:p>
          <a:p>
            <a:pPr lvl="3"/>
            <a:r>
              <a:rPr lang="en-US" dirty="0"/>
              <a:t>We would need to subtract: $100 - (cost/unit * 2) to preserve the cost per unit, and it would make current cost = $80</a:t>
            </a:r>
          </a:p>
          <a:p>
            <a:pPr lvl="3"/>
            <a:r>
              <a:rPr lang="en-US" dirty="0"/>
              <a:t>Divide by 0 error when quantity, and therefore price, go to 0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Some other option?</a:t>
            </a:r>
          </a:p>
        </p:txBody>
      </p:sp>
    </p:spTree>
    <p:extLst>
      <p:ext uri="{BB962C8B-B14F-4D97-AF65-F5344CB8AC3E}">
        <p14:creationId xmlns:p14="http://schemas.microsoft.com/office/powerpoint/2010/main" val="14074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556C-AF6A-2214-055D-F3EDEC0C3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next week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018C3-5EA8-63F3-2CD5-A2594377A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 on unit conversions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Notify if not enough ingredients to complete a recipe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“Follow Recipe” functionality to deduct from ingredient database</a:t>
            </a:r>
          </a:p>
        </p:txBody>
      </p:sp>
    </p:spTree>
    <p:extLst>
      <p:ext uri="{BB962C8B-B14F-4D97-AF65-F5344CB8AC3E}">
        <p14:creationId xmlns:p14="http://schemas.microsoft.com/office/powerpoint/2010/main" val="305742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</TotalTime>
  <Words>480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Cupboardly</vt:lpstr>
      <vt:lpstr>Progress</vt:lpstr>
      <vt:lpstr>“Add More” Button</vt:lpstr>
      <vt:lpstr>“Edit” Button</vt:lpstr>
      <vt:lpstr>Add Recipe Button</vt:lpstr>
      <vt:lpstr>Validation Fix</vt:lpstr>
      <vt:lpstr>Recipe Screen Bug</vt:lpstr>
      <vt:lpstr>Unit Conversions Question</vt:lpstr>
      <vt:lpstr>Unit Conversions Question</vt:lpstr>
      <vt:lpstr>Average Cost Question</vt:lpstr>
      <vt:lpstr>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374</cp:revision>
  <dcterms:created xsi:type="dcterms:W3CDTF">2026-01-29T21:40:52Z</dcterms:created>
  <dcterms:modified xsi:type="dcterms:W3CDTF">2026-02-27T04:28:58Z</dcterms:modified>
</cp:coreProperties>
</file>