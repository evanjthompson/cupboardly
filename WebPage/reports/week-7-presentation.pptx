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1" r:id="rId1"/>
  </p:sldMasterIdLst>
  <p:sldIdLst>
    <p:sldId id="256" r:id="rId2"/>
    <p:sldId id="285" r:id="rId3"/>
    <p:sldId id="286" r:id="rId4"/>
    <p:sldId id="287" r:id="rId5"/>
    <p:sldId id="291" r:id="rId6"/>
    <p:sldId id="288" r:id="rId7"/>
    <p:sldId id="289" r:id="rId8"/>
    <p:sldId id="290" r:id="rId9"/>
    <p:sldId id="292" r:id="rId10"/>
    <p:sldId id="27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BAE0"/>
    <a:srgbClr val="C591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2BDA33-50D9-1CB1-DB8D-8238D15A4672}" v="1973" dt="2026-03-06T05:13:29.6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45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van J. Thompson" userId="S::tho86271@pennwest.edu::abd38527-ecfe-449f-bd57-123309a8e21a" providerId="AD" clId="Web-{752BDA33-50D9-1CB1-DB8D-8238D15A4672}"/>
    <pc:docChg chg="addSld delSld modSld sldOrd">
      <pc:chgData name="Evan J. Thompson" userId="S::tho86271@pennwest.edu::abd38527-ecfe-449f-bd57-123309a8e21a" providerId="AD" clId="Web-{752BDA33-50D9-1CB1-DB8D-8238D15A4672}" dt="2026-03-06T05:13:29.600" v="1972" actId="20577"/>
      <pc:docMkLst>
        <pc:docMk/>
      </pc:docMkLst>
      <pc:sldChg chg="modSp ord">
        <pc:chgData name="Evan J. Thompson" userId="S::tho86271@pennwest.edu::abd38527-ecfe-449f-bd57-123309a8e21a" providerId="AD" clId="Web-{752BDA33-50D9-1CB1-DB8D-8238D15A4672}" dt="2026-03-06T03:51:42.799" v="1783"/>
        <pc:sldMkLst>
          <pc:docMk/>
          <pc:sldMk cId="2356566640" sldId="256"/>
        </pc:sldMkLst>
        <pc:spChg chg="mod">
          <ac:chgData name="Evan J. Thompson" userId="S::tho86271@pennwest.edu::abd38527-ecfe-449f-bd57-123309a8e21a" providerId="AD" clId="Web-{752BDA33-50D9-1CB1-DB8D-8238D15A4672}" dt="2026-03-06T01:51:39.092" v="3" actId="20577"/>
          <ac:spMkLst>
            <pc:docMk/>
            <pc:sldMk cId="2356566640" sldId="256"/>
            <ac:spMk id="3" creationId="{D69D57E4-42AC-8EA3-ECB1-15B8490963B3}"/>
          </ac:spMkLst>
        </pc:spChg>
      </pc:sldChg>
      <pc:sldChg chg="modSp">
        <pc:chgData name="Evan J. Thompson" userId="S::tho86271@pennwest.edu::abd38527-ecfe-449f-bd57-123309a8e21a" providerId="AD" clId="Web-{752BDA33-50D9-1CB1-DB8D-8238D15A4672}" dt="2026-03-06T04:07:25.186" v="1831" actId="20577"/>
        <pc:sldMkLst>
          <pc:docMk/>
          <pc:sldMk cId="3057425626" sldId="276"/>
        </pc:sldMkLst>
        <pc:spChg chg="mod">
          <ac:chgData name="Evan J. Thompson" userId="S::tho86271@pennwest.edu::abd38527-ecfe-449f-bd57-123309a8e21a" providerId="AD" clId="Web-{752BDA33-50D9-1CB1-DB8D-8238D15A4672}" dt="2026-03-06T03:39:48.670" v="1574" actId="20577"/>
          <ac:spMkLst>
            <pc:docMk/>
            <pc:sldMk cId="3057425626" sldId="276"/>
            <ac:spMk id="2" creationId="{6FD9556C-AF6A-2214-055D-F3EDEC0C33AD}"/>
          </ac:spMkLst>
        </pc:spChg>
        <pc:spChg chg="mod">
          <ac:chgData name="Evan J. Thompson" userId="S::tho86271@pennwest.edu::abd38527-ecfe-449f-bd57-123309a8e21a" providerId="AD" clId="Web-{752BDA33-50D9-1CB1-DB8D-8238D15A4672}" dt="2026-03-06T04:07:25.186" v="1831" actId="20577"/>
          <ac:spMkLst>
            <pc:docMk/>
            <pc:sldMk cId="3057425626" sldId="276"/>
            <ac:spMk id="3" creationId="{9B7018C3-5EA8-63F3-2CD5-A2594377AC5A}"/>
          </ac:spMkLst>
        </pc:spChg>
      </pc:sldChg>
      <pc:sldChg chg="del">
        <pc:chgData name="Evan J. Thompson" userId="S::tho86271@pennwest.edu::abd38527-ecfe-449f-bd57-123309a8e21a" providerId="AD" clId="Web-{752BDA33-50D9-1CB1-DB8D-8238D15A4672}" dt="2026-03-06T02:05:56.038" v="4"/>
        <pc:sldMkLst>
          <pc:docMk/>
          <pc:sldMk cId="2569829202" sldId="277"/>
        </pc:sldMkLst>
      </pc:sldChg>
      <pc:sldChg chg="del">
        <pc:chgData name="Evan J. Thompson" userId="S::tho86271@pennwest.edu::abd38527-ecfe-449f-bd57-123309a8e21a" providerId="AD" clId="Web-{752BDA33-50D9-1CB1-DB8D-8238D15A4672}" dt="2026-03-06T02:05:56.866" v="5"/>
        <pc:sldMkLst>
          <pc:docMk/>
          <pc:sldMk cId="2342737223" sldId="278"/>
        </pc:sldMkLst>
      </pc:sldChg>
      <pc:sldChg chg="del">
        <pc:chgData name="Evan J. Thompson" userId="S::tho86271@pennwest.edu::abd38527-ecfe-449f-bd57-123309a8e21a" providerId="AD" clId="Web-{752BDA33-50D9-1CB1-DB8D-8238D15A4672}" dt="2026-03-06T02:05:58.007" v="7"/>
        <pc:sldMkLst>
          <pc:docMk/>
          <pc:sldMk cId="2804401524" sldId="279"/>
        </pc:sldMkLst>
      </pc:sldChg>
      <pc:sldChg chg="del">
        <pc:chgData name="Evan J. Thompson" userId="S::tho86271@pennwest.edu::abd38527-ecfe-449f-bd57-123309a8e21a" providerId="AD" clId="Web-{752BDA33-50D9-1CB1-DB8D-8238D15A4672}" dt="2026-03-06T02:05:59.288" v="10"/>
        <pc:sldMkLst>
          <pc:docMk/>
          <pc:sldMk cId="1197495251" sldId="280"/>
        </pc:sldMkLst>
      </pc:sldChg>
      <pc:sldChg chg="del">
        <pc:chgData name="Evan J. Thompson" userId="S::tho86271@pennwest.edu::abd38527-ecfe-449f-bd57-123309a8e21a" providerId="AD" clId="Web-{752BDA33-50D9-1CB1-DB8D-8238D15A4672}" dt="2026-03-06T02:05:58.554" v="8"/>
        <pc:sldMkLst>
          <pc:docMk/>
          <pc:sldMk cId="2556965789" sldId="281"/>
        </pc:sldMkLst>
      </pc:sldChg>
      <pc:sldChg chg="del">
        <pc:chgData name="Evan J. Thompson" userId="S::tho86271@pennwest.edu::abd38527-ecfe-449f-bd57-123309a8e21a" providerId="AD" clId="Web-{752BDA33-50D9-1CB1-DB8D-8238D15A4672}" dt="2026-03-06T02:05:57.460" v="6"/>
        <pc:sldMkLst>
          <pc:docMk/>
          <pc:sldMk cId="2525779175" sldId="282"/>
        </pc:sldMkLst>
      </pc:sldChg>
      <pc:sldChg chg="del">
        <pc:chgData name="Evan J. Thompson" userId="S::tho86271@pennwest.edu::abd38527-ecfe-449f-bd57-123309a8e21a" providerId="AD" clId="Web-{752BDA33-50D9-1CB1-DB8D-8238D15A4672}" dt="2026-03-06T02:05:59.991" v="11"/>
        <pc:sldMkLst>
          <pc:docMk/>
          <pc:sldMk cId="140748850" sldId="283"/>
        </pc:sldMkLst>
      </pc:sldChg>
      <pc:sldChg chg="del">
        <pc:chgData name="Evan J. Thompson" userId="S::tho86271@pennwest.edu::abd38527-ecfe-449f-bd57-123309a8e21a" providerId="AD" clId="Web-{752BDA33-50D9-1CB1-DB8D-8238D15A4672}" dt="2026-03-06T02:05:58.882" v="9"/>
        <pc:sldMkLst>
          <pc:docMk/>
          <pc:sldMk cId="1893077397" sldId="284"/>
        </pc:sldMkLst>
      </pc:sldChg>
      <pc:sldChg chg="modSp">
        <pc:chgData name="Evan J. Thompson" userId="S::tho86271@pennwest.edu::abd38527-ecfe-449f-bd57-123309a8e21a" providerId="AD" clId="Web-{752BDA33-50D9-1CB1-DB8D-8238D15A4672}" dt="2026-03-06T02:45:42.253" v="161" actId="20577"/>
        <pc:sldMkLst>
          <pc:docMk/>
          <pc:sldMk cId="4087303592" sldId="285"/>
        </pc:sldMkLst>
        <pc:spChg chg="mod">
          <ac:chgData name="Evan J. Thompson" userId="S::tho86271@pennwest.edu::abd38527-ecfe-449f-bd57-123309a8e21a" providerId="AD" clId="Web-{752BDA33-50D9-1CB1-DB8D-8238D15A4672}" dt="2026-03-06T02:09:25.910" v="31" actId="20577"/>
          <ac:spMkLst>
            <pc:docMk/>
            <pc:sldMk cId="4087303592" sldId="285"/>
            <ac:spMk id="2" creationId="{9741E5D4-8032-03BE-4DD3-049BBECDFBE1}"/>
          </ac:spMkLst>
        </pc:spChg>
        <pc:spChg chg="mod">
          <ac:chgData name="Evan J. Thompson" userId="S::tho86271@pennwest.edu::abd38527-ecfe-449f-bd57-123309a8e21a" providerId="AD" clId="Web-{752BDA33-50D9-1CB1-DB8D-8238D15A4672}" dt="2026-03-06T02:45:42.253" v="161" actId="20577"/>
          <ac:spMkLst>
            <pc:docMk/>
            <pc:sldMk cId="4087303592" sldId="285"/>
            <ac:spMk id="3" creationId="{74104273-34E9-B3FD-9A88-8479762E4256}"/>
          </ac:spMkLst>
        </pc:spChg>
      </pc:sldChg>
      <pc:sldChg chg="addSp delSp modSp new">
        <pc:chgData name="Evan J. Thompson" userId="S::tho86271@pennwest.edu::abd38527-ecfe-449f-bd57-123309a8e21a" providerId="AD" clId="Web-{752BDA33-50D9-1CB1-DB8D-8238D15A4672}" dt="2026-03-06T02:50:45.761" v="175" actId="1076"/>
        <pc:sldMkLst>
          <pc:docMk/>
          <pc:sldMk cId="3418233026" sldId="286"/>
        </pc:sldMkLst>
        <pc:spChg chg="del">
          <ac:chgData name="Evan J. Thompson" userId="S::tho86271@pennwest.edu::abd38527-ecfe-449f-bd57-123309a8e21a" providerId="AD" clId="Web-{752BDA33-50D9-1CB1-DB8D-8238D15A4672}" dt="2026-03-06T02:47:24.538" v="163"/>
          <ac:spMkLst>
            <pc:docMk/>
            <pc:sldMk cId="3418233026" sldId="286"/>
            <ac:spMk id="3" creationId="{05985BC4-A434-32AF-745D-EEB4B4A5396E}"/>
          </ac:spMkLst>
        </pc:spChg>
        <pc:picChg chg="add mod ord">
          <ac:chgData name="Evan J. Thompson" userId="S::tho86271@pennwest.edu::abd38527-ecfe-449f-bd57-123309a8e21a" providerId="AD" clId="Web-{752BDA33-50D9-1CB1-DB8D-8238D15A4672}" dt="2026-03-06T02:50:45.761" v="175" actId="1076"/>
          <ac:picMkLst>
            <pc:docMk/>
            <pc:sldMk cId="3418233026" sldId="286"/>
            <ac:picMk id="4" creationId="{0B8F559E-2F2F-ECD6-7E84-12917B893EC6}"/>
          </ac:picMkLst>
        </pc:picChg>
        <pc:picChg chg="add mod">
          <ac:chgData name="Evan J. Thompson" userId="S::tho86271@pennwest.edu::abd38527-ecfe-449f-bd57-123309a8e21a" providerId="AD" clId="Web-{752BDA33-50D9-1CB1-DB8D-8238D15A4672}" dt="2026-03-06T02:50:41.464" v="174" actId="1076"/>
          <ac:picMkLst>
            <pc:docMk/>
            <pc:sldMk cId="3418233026" sldId="286"/>
            <ac:picMk id="5" creationId="{EBB8DAC2-D829-52AE-89C2-9CEEF9DA550F}"/>
          </ac:picMkLst>
        </pc:picChg>
      </pc:sldChg>
      <pc:sldChg chg="modSp new">
        <pc:chgData name="Evan J. Thompson" userId="S::tho86271@pennwest.edu::abd38527-ecfe-449f-bd57-123309a8e21a" providerId="AD" clId="Web-{752BDA33-50D9-1CB1-DB8D-8238D15A4672}" dt="2026-03-06T03:29:34.210" v="1008" actId="20577"/>
        <pc:sldMkLst>
          <pc:docMk/>
          <pc:sldMk cId="377263955" sldId="287"/>
        </pc:sldMkLst>
        <pc:spChg chg="mod">
          <ac:chgData name="Evan J. Thompson" userId="S::tho86271@pennwest.edu::abd38527-ecfe-449f-bd57-123309a8e21a" providerId="AD" clId="Web-{752BDA33-50D9-1CB1-DB8D-8238D15A4672}" dt="2026-03-06T02:54:21.450" v="302" actId="20577"/>
          <ac:spMkLst>
            <pc:docMk/>
            <pc:sldMk cId="377263955" sldId="287"/>
            <ac:spMk id="2" creationId="{84688B12-BFAD-7F12-8446-88BB74A1B137}"/>
          </ac:spMkLst>
        </pc:spChg>
        <pc:spChg chg="mod">
          <ac:chgData name="Evan J. Thompson" userId="S::tho86271@pennwest.edu::abd38527-ecfe-449f-bd57-123309a8e21a" providerId="AD" clId="Web-{752BDA33-50D9-1CB1-DB8D-8238D15A4672}" dt="2026-03-06T03:29:34.210" v="1008" actId="20577"/>
          <ac:spMkLst>
            <pc:docMk/>
            <pc:sldMk cId="377263955" sldId="287"/>
            <ac:spMk id="3" creationId="{246F4CE4-D11C-A0C5-AE1B-399D9C214F30}"/>
          </ac:spMkLst>
        </pc:spChg>
      </pc:sldChg>
      <pc:sldChg chg="addSp modSp new">
        <pc:chgData name="Evan J. Thompson" userId="S::tho86271@pennwest.edu::abd38527-ecfe-449f-bd57-123309a8e21a" providerId="AD" clId="Web-{752BDA33-50D9-1CB1-DB8D-8238D15A4672}" dt="2026-03-06T04:32:21.449" v="1832" actId="1076"/>
        <pc:sldMkLst>
          <pc:docMk/>
          <pc:sldMk cId="4150787024" sldId="288"/>
        </pc:sldMkLst>
        <pc:spChg chg="mod">
          <ac:chgData name="Evan J. Thompson" userId="S::tho86271@pennwest.edu::abd38527-ecfe-449f-bd57-123309a8e21a" providerId="AD" clId="Web-{752BDA33-50D9-1CB1-DB8D-8238D15A4672}" dt="2026-03-06T02:54:35.576" v="312" actId="20577"/>
          <ac:spMkLst>
            <pc:docMk/>
            <pc:sldMk cId="4150787024" sldId="288"/>
            <ac:spMk id="2" creationId="{3785E454-5DE6-1C5C-8750-27E1A9D1BC77}"/>
          </ac:spMkLst>
        </pc:spChg>
        <pc:spChg chg="mod">
          <ac:chgData name="Evan J. Thompson" userId="S::tho86271@pennwest.edu::abd38527-ecfe-449f-bd57-123309a8e21a" providerId="AD" clId="Web-{752BDA33-50D9-1CB1-DB8D-8238D15A4672}" dt="2026-03-06T03:55:39.163" v="1816" actId="20577"/>
          <ac:spMkLst>
            <pc:docMk/>
            <pc:sldMk cId="4150787024" sldId="288"/>
            <ac:spMk id="3" creationId="{5A80AF53-BB78-9274-77C0-A86B6B96F236}"/>
          </ac:spMkLst>
        </pc:spChg>
        <pc:picChg chg="add mod">
          <ac:chgData name="Evan J. Thompson" userId="S::tho86271@pennwest.edu::abd38527-ecfe-449f-bd57-123309a8e21a" providerId="AD" clId="Web-{752BDA33-50D9-1CB1-DB8D-8238D15A4672}" dt="2026-03-06T04:32:21.449" v="1832" actId="1076"/>
          <ac:picMkLst>
            <pc:docMk/>
            <pc:sldMk cId="4150787024" sldId="288"/>
            <ac:picMk id="4" creationId="{5E652FAD-0749-43C3-10A4-4CAF652DD748}"/>
          </ac:picMkLst>
        </pc:picChg>
      </pc:sldChg>
      <pc:sldChg chg="modSp new">
        <pc:chgData name="Evan J. Thompson" userId="S::tho86271@pennwest.edu::abd38527-ecfe-449f-bd57-123309a8e21a" providerId="AD" clId="Web-{752BDA33-50D9-1CB1-DB8D-8238D15A4672}" dt="2026-03-06T03:50:44.611" v="1781" actId="20577"/>
        <pc:sldMkLst>
          <pc:docMk/>
          <pc:sldMk cId="294730183" sldId="289"/>
        </pc:sldMkLst>
        <pc:spChg chg="mod">
          <ac:chgData name="Evan J. Thompson" userId="S::tho86271@pennwest.edu::abd38527-ecfe-449f-bd57-123309a8e21a" providerId="AD" clId="Web-{752BDA33-50D9-1CB1-DB8D-8238D15A4672}" dt="2026-03-06T03:25:08.014" v="763" actId="20577"/>
          <ac:spMkLst>
            <pc:docMk/>
            <pc:sldMk cId="294730183" sldId="289"/>
            <ac:spMk id="2" creationId="{4492D95E-6088-AA80-DAEB-D58B248CFCCA}"/>
          </ac:spMkLst>
        </pc:spChg>
        <pc:spChg chg="mod">
          <ac:chgData name="Evan J. Thompson" userId="S::tho86271@pennwest.edu::abd38527-ecfe-449f-bd57-123309a8e21a" providerId="AD" clId="Web-{752BDA33-50D9-1CB1-DB8D-8238D15A4672}" dt="2026-03-06T03:50:44.611" v="1781" actId="20577"/>
          <ac:spMkLst>
            <pc:docMk/>
            <pc:sldMk cId="294730183" sldId="289"/>
            <ac:spMk id="3" creationId="{CE50F3AC-4D49-36F7-5E3A-2C9754E2BF91}"/>
          </ac:spMkLst>
        </pc:spChg>
      </pc:sldChg>
      <pc:sldChg chg="modSp new">
        <pc:chgData name="Evan J. Thompson" userId="S::tho86271@pennwest.edu::abd38527-ecfe-449f-bd57-123309a8e21a" providerId="AD" clId="Web-{752BDA33-50D9-1CB1-DB8D-8238D15A4672}" dt="2026-03-06T03:35:45.329" v="1308" actId="20577"/>
        <pc:sldMkLst>
          <pc:docMk/>
          <pc:sldMk cId="2039044522" sldId="290"/>
        </pc:sldMkLst>
        <pc:spChg chg="mod">
          <ac:chgData name="Evan J. Thompson" userId="S::tho86271@pennwest.edu::abd38527-ecfe-449f-bd57-123309a8e21a" providerId="AD" clId="Web-{752BDA33-50D9-1CB1-DB8D-8238D15A4672}" dt="2026-03-06T03:32:48.279" v="1034" actId="20577"/>
          <ac:spMkLst>
            <pc:docMk/>
            <pc:sldMk cId="2039044522" sldId="290"/>
            <ac:spMk id="2" creationId="{450B99DA-11E9-D31F-2F4D-B3C0CA6DF647}"/>
          </ac:spMkLst>
        </pc:spChg>
        <pc:spChg chg="mod">
          <ac:chgData name="Evan J. Thompson" userId="S::tho86271@pennwest.edu::abd38527-ecfe-449f-bd57-123309a8e21a" providerId="AD" clId="Web-{752BDA33-50D9-1CB1-DB8D-8238D15A4672}" dt="2026-03-06T03:35:45.329" v="1308" actId="20577"/>
          <ac:spMkLst>
            <pc:docMk/>
            <pc:sldMk cId="2039044522" sldId="290"/>
            <ac:spMk id="3" creationId="{E1A2EEC5-0F23-91FC-7C59-9C859DF98FBF}"/>
          </ac:spMkLst>
        </pc:spChg>
      </pc:sldChg>
      <pc:sldChg chg="modSp new">
        <pc:chgData name="Evan J. Thompson" userId="S::tho86271@pennwest.edu::abd38527-ecfe-449f-bd57-123309a8e21a" providerId="AD" clId="Web-{752BDA33-50D9-1CB1-DB8D-8238D15A4672}" dt="2026-03-06T03:39:27.325" v="1573" actId="20577"/>
        <pc:sldMkLst>
          <pc:docMk/>
          <pc:sldMk cId="2737338216" sldId="291"/>
        </pc:sldMkLst>
        <pc:spChg chg="mod">
          <ac:chgData name="Evan J. Thompson" userId="S::tho86271@pennwest.edu::abd38527-ecfe-449f-bd57-123309a8e21a" providerId="AD" clId="Web-{752BDA33-50D9-1CB1-DB8D-8238D15A4672}" dt="2026-03-06T03:36:03.954" v="1322" actId="20577"/>
          <ac:spMkLst>
            <pc:docMk/>
            <pc:sldMk cId="2737338216" sldId="291"/>
            <ac:spMk id="2" creationId="{2F7001CD-9867-6172-7DB8-39E5CB624706}"/>
          </ac:spMkLst>
        </pc:spChg>
        <pc:spChg chg="mod">
          <ac:chgData name="Evan J. Thompson" userId="S::tho86271@pennwest.edu::abd38527-ecfe-449f-bd57-123309a8e21a" providerId="AD" clId="Web-{752BDA33-50D9-1CB1-DB8D-8238D15A4672}" dt="2026-03-06T03:39:27.325" v="1573" actId="20577"/>
          <ac:spMkLst>
            <pc:docMk/>
            <pc:sldMk cId="2737338216" sldId="291"/>
            <ac:spMk id="3" creationId="{B8F35BDB-DE9F-D5BF-832E-B25B6B2E7730}"/>
          </ac:spMkLst>
        </pc:spChg>
      </pc:sldChg>
      <pc:sldChg chg="modSp new del">
        <pc:chgData name="Evan J. Thompson" userId="S::tho86271@pennwest.edu::abd38527-ecfe-449f-bd57-123309a8e21a" providerId="AD" clId="Web-{752BDA33-50D9-1CB1-DB8D-8238D15A4672}" dt="2026-03-06T03:48:35.387" v="1772"/>
        <pc:sldMkLst>
          <pc:docMk/>
          <pc:sldMk cId="1752675621" sldId="292"/>
        </pc:sldMkLst>
        <pc:spChg chg="mod">
          <ac:chgData name="Evan J. Thompson" userId="S::tho86271@pennwest.edu::abd38527-ecfe-449f-bd57-123309a8e21a" providerId="AD" clId="Web-{752BDA33-50D9-1CB1-DB8D-8238D15A4672}" dt="2026-03-06T03:47:16.370" v="1727" actId="20577"/>
          <ac:spMkLst>
            <pc:docMk/>
            <pc:sldMk cId="1752675621" sldId="292"/>
            <ac:spMk id="2" creationId="{C5B1D3E0-7800-51FD-0F10-C1438030EA23}"/>
          </ac:spMkLst>
        </pc:spChg>
        <pc:spChg chg="mod">
          <ac:chgData name="Evan J. Thompson" userId="S::tho86271@pennwest.edu::abd38527-ecfe-449f-bd57-123309a8e21a" providerId="AD" clId="Web-{752BDA33-50D9-1CB1-DB8D-8238D15A4672}" dt="2026-03-06T03:48:33.919" v="1771" actId="20577"/>
          <ac:spMkLst>
            <pc:docMk/>
            <pc:sldMk cId="1752675621" sldId="292"/>
            <ac:spMk id="3" creationId="{479A4BB5-4629-4B6F-C58D-C9766AEAFA6E}"/>
          </ac:spMkLst>
        </pc:spChg>
      </pc:sldChg>
      <pc:sldChg chg="modSp new">
        <pc:chgData name="Evan J. Thompson" userId="S::tho86271@pennwest.edu::abd38527-ecfe-449f-bd57-123309a8e21a" providerId="AD" clId="Web-{752BDA33-50D9-1CB1-DB8D-8238D15A4672}" dt="2026-03-06T05:13:29.600" v="1972" actId="20577"/>
        <pc:sldMkLst>
          <pc:docMk/>
          <pc:sldMk cId="2301389011" sldId="292"/>
        </pc:sldMkLst>
        <pc:spChg chg="mod">
          <ac:chgData name="Evan J. Thompson" userId="S::tho86271@pennwest.edu::abd38527-ecfe-449f-bd57-123309a8e21a" providerId="AD" clId="Web-{752BDA33-50D9-1CB1-DB8D-8238D15A4672}" dt="2026-03-06T05:11:32.142" v="1885" actId="20577"/>
          <ac:spMkLst>
            <pc:docMk/>
            <pc:sldMk cId="2301389011" sldId="292"/>
            <ac:spMk id="2" creationId="{0AB5C5D1-3B40-D89A-7BB7-8A3A1506B4EB}"/>
          </ac:spMkLst>
        </pc:spChg>
        <pc:spChg chg="mod">
          <ac:chgData name="Evan J. Thompson" userId="S::tho86271@pennwest.edu::abd38527-ecfe-449f-bd57-123309a8e21a" providerId="AD" clId="Web-{752BDA33-50D9-1CB1-DB8D-8238D15A4672}" dt="2026-03-06T05:13:29.600" v="1972" actId="20577"/>
          <ac:spMkLst>
            <pc:docMk/>
            <pc:sldMk cId="2301389011" sldId="292"/>
            <ac:spMk id="3" creationId="{F955E2A1-6E7F-A0CD-9A00-2259FFE31C6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EDA08-EAF4-C62A-ED0C-CB2008D35B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9BEA8E-3F9C-F5B1-B5FA-986228DF14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6F071-65FB-97D1-B9FF-91654376E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7BCF1-35FB-8B84-2C0D-90281BB8A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DCCAD7-5A31-0677-82EB-EE506DB6A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211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6A3F4-9D55-8BF5-2A8F-B78E52BEB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3DAA9-A511-88F0-4021-74F7ECC7C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D6BDE-B52F-D89A-8D72-62AA317D5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1F943-79F5-3E97-FF59-A74703C8F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0FCD2-E16B-F906-AB6B-7FBB71185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27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36EE5-89C3-F98E-88F9-F5529E110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AD7D7A-D39E-D192-16BD-18348B5A5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E7AA9-B89B-0668-2E9C-69CF8BCB1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389640-654C-4578-B4C2-1DB79F4B0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BF3731-4801-D91B-12BD-7C2E2229B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09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0995D-5425-3E39-B1B4-DE46660F1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CE55B-DBB8-3584-34D0-A746BB399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4F7346-4778-6F6C-1D35-9B3CD4A66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D1E74C-A4CF-A2F7-FF99-AE3A983ED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A20721-E46B-8369-8CC2-CE9C067AB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3D7052-C351-E910-1BE1-1179DE972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771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8106A-8A1F-504E-9B38-94377FF3A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7B9BE3-21B1-2FD2-CE7C-84E2E43AD0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1DE7DB-FB6C-3516-00DA-AF658E7121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7F232E-15AD-5FF7-470F-3517F4BEB6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28C0AC-6D29-BD8A-34AE-C11293948C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FEDE48-BF62-ED30-4DCA-5FFE2CA24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C98771-B7A2-980F-52DA-39870B8A7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1D0B57-4343-F17E-470A-C0D42EBE2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388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E0D8E-8BE8-6447-E50A-C5ED7F3DE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795E47-B7B1-A8B4-315A-722D3611D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A1CDBF-EBC3-ED24-6BB3-8F4A7C44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E721F8-6A35-AD7C-11CF-F1E8CD464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81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15CD85-AB17-6B5C-EF63-808DD0AE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E22194-AC5F-D4AC-5A5F-1EE4FCF0F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060A52-1D6B-6189-FB5E-3A74FF975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141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1DB0E-B54D-3B40-556E-0E51E6F94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7EDFB-9ED7-3369-14E2-97D4C19DE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0827BB-9178-7144-1512-0FA844AF3E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74EE46-1A5F-CA78-81D0-2DE69158B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DBE8A6-F592-4107-63CC-91AF4E1C0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33FB2F-CE6B-24E1-BAC4-9C4D1A9B1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971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95093-86EB-2068-E6F0-FA93EDE6C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BE9439-BA49-1304-D0F0-EFD1D21EAC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0C7D87-B17C-6635-1C21-902EC1FE0B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357F54-F4A3-87CC-C38B-4496304BB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89372F-A764-DF02-E122-E0D5A8D74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61F03E-A13A-C145-6ABE-DD066D0DA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408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0F712-CBF6-FD09-CE4B-CD412B54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CE73D4-F9A3-AC4B-A11E-3FD10EF5A1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D18AF6-C7AF-2186-49A9-C399E663C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DA453-D251-2F25-DA1C-CB07CC996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CB8AC1-A24D-FA7D-883C-E2751F51A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96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EB9523-7726-9AF6-98CE-E77CA26BF9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83621A-5F4F-DAF8-62D1-20840E894A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9B706-D5BB-7CDA-4340-987B27EFD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128C01-74FD-DA20-7E7E-28A7AE8E9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9133C-D276-02F6-9D14-7036B0EB0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634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C59127"/>
            </a:gs>
            <a:gs pos="100000">
              <a:srgbClr val="0BBAE0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94FFFF-6E0C-B5EA-D8F7-DB3BE3690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4D2418-5C04-395C-5F95-C959137330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F757A-93DA-84EB-EFAB-94A1A3BA76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085B6B-4BE6-41DA-AEF2-1916AA1536B9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6868F5-5AB2-88FC-7531-8292907EE4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75F8F-0D71-BCC1-2478-6A3F377DB2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131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44247-E49C-F91E-64E1-AB7BB5F5ED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9529" y="2085788"/>
            <a:ext cx="6884895" cy="1496649"/>
          </a:xfrm>
        </p:spPr>
        <p:txBody>
          <a:bodyPr anchor="b">
            <a:normAutofit/>
          </a:bodyPr>
          <a:lstStyle/>
          <a:p>
            <a:r>
              <a:rPr lang="en-US" sz="9600" b="1" dirty="0"/>
              <a:t>Cupboardly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9D57E4-42AC-8EA3-ECB1-15B8490963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3948056"/>
            <a:ext cx="6096000" cy="830134"/>
          </a:xfrm>
        </p:spPr>
        <p:txBody>
          <a:bodyPr anchor="t">
            <a:normAutofit/>
          </a:bodyPr>
          <a:lstStyle/>
          <a:p>
            <a:r>
              <a:rPr lang="en-US" sz="2800"/>
              <a:t>Weekly Report for 3/6/2026</a:t>
            </a: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6566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1E5D4-8032-03BE-4DD3-049BBECDF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AI Integration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04273-34E9-B3FD-9A88-8479762E42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/>
            <a:r>
              <a:rPr lang="en-US"/>
              <a:t>Google Gemini</a:t>
            </a:r>
            <a:endParaRPr lang="en-US" dirty="0"/>
          </a:p>
          <a:p>
            <a:pPr marL="457200" indent="-457200"/>
            <a:r>
              <a:rPr lang="en-US"/>
              <a:t>If Gemini API key is used directly in the app - security vulnerabilities</a:t>
            </a:r>
            <a:endParaRPr lang="en-US" dirty="0"/>
          </a:p>
          <a:p>
            <a:pPr marL="457200" indent="-457200"/>
            <a:endParaRPr lang="en-US" dirty="0"/>
          </a:p>
          <a:p>
            <a:pPr marL="457200" indent="-457200"/>
            <a:r>
              <a:rPr lang="en-US" dirty="0"/>
              <a:t>So we are using Google's Firebase service</a:t>
            </a:r>
          </a:p>
          <a:p>
            <a:pPr marL="457200" indent="-457200"/>
            <a:r>
              <a:rPr lang="en-US" dirty="0"/>
              <a:t>API key is </a:t>
            </a:r>
            <a:r>
              <a:rPr lang="en-US"/>
              <a:t>accessed through Firebase, not stored on the app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7303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CBE88-D674-4E02-BC70-C79C94598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B8F559E-2F2F-ECD6-7E84-12917B893E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8445" y="725646"/>
            <a:ext cx="8972550" cy="3686175"/>
          </a:xfrm>
          <a:prstGeom prst="rect">
            <a:avLst/>
          </a:prstGeom>
        </p:spPr>
      </p:pic>
      <p:pic>
        <p:nvPicPr>
          <p:cNvPr id="5" name="Picture 4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EBB8DAC2-D829-52AE-89C2-9CEEF9DA55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908" y="5249545"/>
            <a:ext cx="9953625" cy="66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233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88B12-BFAD-7F12-8446-88BB74A1B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Add Recipe Screen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F4CE4-D11C-A0C5-AE1B-399D9C214F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The add recipe screen now functions as intended</a:t>
            </a:r>
          </a:p>
          <a:p>
            <a:pPr lvl="1"/>
            <a:r>
              <a:rPr lang="en-US"/>
              <a:t>Scrolling menu functions properly</a:t>
            </a:r>
            <a:endParaRPr lang="en-US" dirty="0"/>
          </a:p>
          <a:p>
            <a:pPr lvl="1"/>
            <a:r>
              <a:rPr lang="en-US"/>
              <a:t>Adding an ingredient to a recipe works now</a:t>
            </a:r>
            <a:endParaRPr lang="en-US" dirty="0"/>
          </a:p>
          <a:p>
            <a:pPr lvl="1"/>
            <a:r>
              <a:rPr lang="en-US"/>
              <a:t>Duplication check is working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263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001CD-9867-6172-7DB8-39E5CB624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Finalizing Ideas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35BDB-DE9F-D5BF-832E-B25B6B2E7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If these issues were not solved sooner than later, it would cause a lot of difficulty later in </a:t>
            </a:r>
            <a:r>
              <a:rPr lang="en-US"/>
              <a:t>development</a:t>
            </a:r>
            <a:endParaRPr lang="en-US" dirty="0"/>
          </a:p>
          <a:p>
            <a:r>
              <a:rPr lang="en-US" dirty="0"/>
              <a:t>Much of last week was spent coming up with solutions, though not yet implementing them</a:t>
            </a:r>
          </a:p>
          <a:p>
            <a:pPr lvl="1"/>
            <a:r>
              <a:rPr lang="en-US"/>
              <a:t>Unit conversions</a:t>
            </a:r>
          </a:p>
          <a:p>
            <a:pPr lvl="1"/>
            <a:r>
              <a:rPr lang="en-US" dirty="0"/>
              <a:t>Unit selection</a:t>
            </a:r>
          </a:p>
        </p:txBody>
      </p:sp>
    </p:spTree>
    <p:extLst>
      <p:ext uri="{BB962C8B-B14F-4D97-AF65-F5344CB8AC3E}">
        <p14:creationId xmlns:p14="http://schemas.microsoft.com/office/powerpoint/2010/main" val="2737338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5E454-5DE6-1C5C-8750-27E1A9D1B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Unit Conversions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0AF53-BB78-9274-77C0-A86B6B96F2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/>
              <a:t>We will store a single </a:t>
            </a:r>
            <a:r>
              <a:rPr lang="en-US">
                <a:highlight>
                  <a:srgbClr val="FFFF00"/>
                </a:highlight>
              </a:rPr>
              <a:t>density</a:t>
            </a:r>
            <a:r>
              <a:rPr lang="en-US"/>
              <a:t> value with each ingredient</a:t>
            </a:r>
          </a:p>
          <a:p>
            <a:pPr lvl="1"/>
            <a:r>
              <a:rPr lang="en-US"/>
              <a:t>grams per cup</a:t>
            </a:r>
          </a:p>
          <a:p>
            <a:r>
              <a:rPr lang="en-US"/>
              <a:t>This will let us convert between mass and volume</a:t>
            </a:r>
            <a:endParaRPr lang="en-US" dirty="0"/>
          </a:p>
          <a:p>
            <a:r>
              <a:rPr lang="en-US"/>
              <a:t>Formula for converting mass to volume:</a:t>
            </a:r>
            <a:endParaRPr lang="en-US" dirty="0"/>
          </a:p>
          <a:p>
            <a:pPr lvl="1"/>
            <a:endParaRPr lang="en-US" dirty="0"/>
          </a:p>
          <a:p>
            <a:r>
              <a:rPr lang="en-US"/>
              <a:t>Example:</a:t>
            </a:r>
          </a:p>
          <a:p>
            <a:r>
              <a:rPr lang="en-US"/>
              <a:t>If 5 pounds flour in storage, and recipe needs 2 cups:</a:t>
            </a:r>
          </a:p>
          <a:p>
            <a:pPr lvl="1"/>
            <a:r>
              <a:rPr lang="en-US"/>
              <a:t>Amount used = 2 cups * </a:t>
            </a:r>
            <a:r>
              <a:rPr lang="en-US">
                <a:highlight>
                  <a:srgbClr val="FFFF00"/>
                </a:highlight>
              </a:rPr>
              <a:t>120 g / 1 cup</a:t>
            </a:r>
            <a:r>
              <a:rPr lang="en-US"/>
              <a:t> * 1 pound / 453.592 g = ~0.53 pounds of flour</a:t>
            </a:r>
          </a:p>
          <a:p>
            <a:pPr lvl="1"/>
            <a:r>
              <a:rPr lang="en-US"/>
              <a:t>Now 5 – 0.53 = 4.47 pounds of flour in storage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652FAD-0749-43C3-10A4-4CAF652DD7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973" y="3430939"/>
            <a:ext cx="6229350" cy="44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787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2D95E-6088-AA80-DAEB-D58B248CF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Unit Conversions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0F3AC-4D49-36F7-5E3A-2C9754E2B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We can have a list of popular ingredient densities, such as milk, flour, sugar, salt, and so on</a:t>
            </a:r>
          </a:p>
          <a:p>
            <a:r>
              <a:rPr lang="en-US" dirty="0"/>
              <a:t>When the user adds an ingredient, we check if we already know </a:t>
            </a:r>
            <a:r>
              <a:rPr lang="en-US"/>
              <a:t>the density</a:t>
            </a:r>
            <a:endParaRPr lang="en-US" dirty="0"/>
          </a:p>
          <a:p>
            <a:pPr lvl="1"/>
            <a:r>
              <a:rPr lang="en-US"/>
              <a:t>If we do, we populate the ingredient's density field in the database</a:t>
            </a:r>
          </a:p>
          <a:p>
            <a:pPr lvl="1"/>
            <a:r>
              <a:rPr lang="en-US"/>
              <a:t>If we  do not, we ask the AI for the average density of that ingredient, then populate the ingredient's density field in the database</a:t>
            </a:r>
          </a:p>
          <a:p>
            <a:pPr marL="1257300" lvl="2" indent="-342900"/>
            <a:r>
              <a:rPr lang="en-US"/>
              <a:t>Only prompt the AI if we do not know the density</a:t>
            </a:r>
          </a:p>
        </p:txBody>
      </p:sp>
    </p:spTree>
    <p:extLst>
      <p:ext uri="{BB962C8B-B14F-4D97-AF65-F5344CB8AC3E}">
        <p14:creationId xmlns:p14="http://schemas.microsoft.com/office/powerpoint/2010/main" val="2947301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B99DA-11E9-D31F-2F4D-B3C0CA6DF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Unit Selection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2EEC5-0F23-91FC-7C59-9C859DF98F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When adding an ingredient, the user will select from predefined options such as grams, cups, pounds, units, and so on</a:t>
            </a:r>
          </a:p>
          <a:p>
            <a:r>
              <a:rPr lang="en-US"/>
              <a:t>Instead of typing in any unit</a:t>
            </a:r>
          </a:p>
          <a:p>
            <a:endParaRPr lang="en-US" dirty="0"/>
          </a:p>
          <a:p>
            <a:r>
              <a:rPr lang="en-US" dirty="0"/>
              <a:t>Since we know how to handle </a:t>
            </a:r>
            <a:r>
              <a:rPr lang="en-US" err="1"/>
              <a:t>uni</a:t>
            </a:r>
            <a:r>
              <a:rPr lang="en-US" dirty="0"/>
              <a:t>t conversions, we can display the </a:t>
            </a:r>
            <a:r>
              <a:rPr lang="en-US"/>
              <a:t>current quantity in any unit</a:t>
            </a:r>
          </a:p>
          <a:p>
            <a:pPr lvl="1"/>
            <a:r>
              <a:rPr lang="en-US"/>
              <a:t>The user can select any unit to view an ingredient in at any moment</a:t>
            </a:r>
          </a:p>
          <a:p>
            <a:pPr lvl="1"/>
            <a:r>
              <a:rPr lang="en-US"/>
              <a:t>The display will automatically update to reflect the proper unit values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044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5C5D1-3B40-D89A-7BB7-8A3A1506B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Text Recognition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5E2A1-6E7F-A0CD-9A00-2259FFE31C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ML Kit</a:t>
            </a:r>
          </a:p>
          <a:p>
            <a:r>
              <a:rPr lang="en-US"/>
              <a:t>API that can be used in Android Studio</a:t>
            </a:r>
          </a:p>
          <a:p>
            <a:r>
              <a:rPr lang="en-US"/>
              <a:t>Simply import the proper dependencies and libraries</a:t>
            </a:r>
            <a:endParaRPr lang="en-US" dirty="0"/>
          </a:p>
          <a:p>
            <a:r>
              <a:rPr lang="en-US"/>
              <a:t>It can recognize text from images or videos</a:t>
            </a:r>
            <a:endParaRPr lang="en-US" dirty="0"/>
          </a:p>
          <a:p>
            <a:pPr lvl="1"/>
            <a:r>
              <a:rPr lang="en-US"/>
              <a:t>In our case images of recipes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13890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9556C-AF6A-2214-055D-F3EDEC0C33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For next time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7018C3-5EA8-63F3-2CD5-A2594377AC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Add new unit selection system when adding an ingredient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Add conversion formulas between mass and volume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Fix variable names to be clearer (cost vs price)</a:t>
            </a:r>
            <a:endParaRPr lang="en-US" dirty="0"/>
          </a:p>
          <a:p>
            <a:pPr marL="342900" indent="-342900"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7425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624</TotalTime>
  <Words>480</Words>
  <Application>Microsoft Office PowerPoint</Application>
  <PresentationFormat>Widescreen</PresentationFormat>
  <Paragraphs>63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Cupboardly</vt:lpstr>
      <vt:lpstr>AI Integration</vt:lpstr>
      <vt:lpstr>PowerPoint Presentation</vt:lpstr>
      <vt:lpstr>Add Recipe Screen</vt:lpstr>
      <vt:lpstr>Finalizing Ideas</vt:lpstr>
      <vt:lpstr>Unit Conversions</vt:lpstr>
      <vt:lpstr>Unit Conversions</vt:lpstr>
      <vt:lpstr>Unit Selection</vt:lpstr>
      <vt:lpstr>Text Recognition</vt:lpstr>
      <vt:lpstr>For next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Evan J. Thompson</dc:creator>
  <cp:lastModifiedBy>Evan J. Thompson</cp:lastModifiedBy>
  <cp:revision>675</cp:revision>
  <dcterms:created xsi:type="dcterms:W3CDTF">2026-01-29T21:40:52Z</dcterms:created>
  <dcterms:modified xsi:type="dcterms:W3CDTF">2026-03-06T05:13:39Z</dcterms:modified>
</cp:coreProperties>
</file>