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D75D4-4BB6-4FCA-B440-B0AD1DEFB4B5}" v="10" dt="2026-01-30T02:51:13.847"/>
    <p1510:client id="{3BEA1B8C-29E8-4FFA-AC0E-87777CD87171}" v="1" dt="2026-01-29T21:52:16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A3ACA64E-DD95-4F7F-9AB4-48AE4D65E258}"/>
    <pc:docChg chg="custSel addSld modSld">
      <pc:chgData name="Evan J. Thompson" userId="abd38527-ecfe-449f-bd57-123309a8e21a" providerId="ADAL" clId="{A3ACA64E-DD95-4F7F-9AB4-48AE4D65E258}" dt="2026-01-29T21:52:32.352" v="1157" actId="3626"/>
      <pc:docMkLst>
        <pc:docMk/>
      </pc:docMkLst>
      <pc:sldChg chg="modSp new mod">
        <pc:chgData name="Evan J. Thompson" userId="abd38527-ecfe-449f-bd57-123309a8e21a" providerId="ADAL" clId="{A3ACA64E-DD95-4F7F-9AB4-48AE4D65E258}" dt="2026-01-29T21:41:23.960" v="14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1-29T21:41:23.960" v="14" actId="20577"/>
          <ac:spMkLst>
            <pc:docMk/>
            <pc:sldMk cId="2356566640" sldId="256"/>
            <ac:spMk id="2" creationId="{D0C44247-E49C-F91E-64E1-AB7BB5F5ED42}"/>
          </ac:spMkLst>
        </pc:spChg>
      </pc:sldChg>
      <pc:sldChg chg="modSp new mod">
        <pc:chgData name="Evan J. Thompson" userId="abd38527-ecfe-449f-bd57-123309a8e21a" providerId="ADAL" clId="{A3ACA64E-DD95-4F7F-9AB4-48AE4D65E258}" dt="2026-01-29T21:43:38.114" v="379" actId="20577"/>
        <pc:sldMkLst>
          <pc:docMk/>
          <pc:sldMk cId="2455445235" sldId="257"/>
        </pc:sldMkLst>
        <pc:spChg chg="mod">
          <ac:chgData name="Evan J. Thompson" userId="abd38527-ecfe-449f-bd57-123309a8e21a" providerId="ADAL" clId="{A3ACA64E-DD95-4F7F-9AB4-48AE4D65E258}" dt="2026-01-29T21:42:00.956" v="30" actId="20577"/>
          <ac:spMkLst>
            <pc:docMk/>
            <pc:sldMk cId="2455445235" sldId="257"/>
            <ac:spMk id="2" creationId="{B09D98AB-E48C-040B-622B-44CDF44336AC}"/>
          </ac:spMkLst>
        </pc:spChg>
        <pc:spChg chg="mod">
          <ac:chgData name="Evan J. Thompson" userId="abd38527-ecfe-449f-bd57-123309a8e21a" providerId="ADAL" clId="{A3ACA64E-DD95-4F7F-9AB4-48AE4D65E258}" dt="2026-01-29T21:43:38.114" v="379" actId="20577"/>
          <ac:spMkLst>
            <pc:docMk/>
            <pc:sldMk cId="2455445235" sldId="257"/>
            <ac:spMk id="3" creationId="{5FCF24CC-3F3E-2C98-D614-AD82526ED98B}"/>
          </ac:spMkLst>
        </pc:spChg>
      </pc:sldChg>
      <pc:sldChg chg="modSp new mod">
        <pc:chgData name="Evan J. Thompson" userId="abd38527-ecfe-449f-bd57-123309a8e21a" providerId="ADAL" clId="{A3ACA64E-DD95-4F7F-9AB4-48AE4D65E258}" dt="2026-01-29T21:48:08.958" v="854" actId="20577"/>
        <pc:sldMkLst>
          <pc:docMk/>
          <pc:sldMk cId="3448107605" sldId="258"/>
        </pc:sldMkLst>
        <pc:spChg chg="mod">
          <ac:chgData name="Evan J. Thompson" userId="abd38527-ecfe-449f-bd57-123309a8e21a" providerId="ADAL" clId="{A3ACA64E-DD95-4F7F-9AB4-48AE4D65E258}" dt="2026-01-29T21:44:18.159" v="436" actId="20577"/>
          <ac:spMkLst>
            <pc:docMk/>
            <pc:sldMk cId="3448107605" sldId="258"/>
            <ac:spMk id="2" creationId="{4E9C7C01-FACD-F542-26CC-2EB6F781DA41}"/>
          </ac:spMkLst>
        </pc:spChg>
        <pc:spChg chg="mod">
          <ac:chgData name="Evan J. Thompson" userId="abd38527-ecfe-449f-bd57-123309a8e21a" providerId="ADAL" clId="{A3ACA64E-DD95-4F7F-9AB4-48AE4D65E258}" dt="2026-01-29T21:48:08.958" v="854" actId="20577"/>
          <ac:spMkLst>
            <pc:docMk/>
            <pc:sldMk cId="3448107605" sldId="258"/>
            <ac:spMk id="3" creationId="{3BA99834-9C85-1CD4-00BC-55B7EAE92A83}"/>
          </ac:spMkLst>
        </pc:spChg>
      </pc:sldChg>
      <pc:sldChg chg="modSp new mod">
        <pc:chgData name="Evan J. Thompson" userId="abd38527-ecfe-449f-bd57-123309a8e21a" providerId="ADAL" clId="{A3ACA64E-DD95-4F7F-9AB4-48AE4D65E258}" dt="2026-01-29T21:52:32.352" v="1157" actId="3626"/>
        <pc:sldMkLst>
          <pc:docMk/>
          <pc:sldMk cId="3498417872" sldId="259"/>
        </pc:sldMkLst>
        <pc:spChg chg="mod">
          <ac:chgData name="Evan J. Thompson" userId="abd38527-ecfe-449f-bd57-123309a8e21a" providerId="ADAL" clId="{A3ACA64E-DD95-4F7F-9AB4-48AE4D65E258}" dt="2026-01-29T21:48:39.701" v="873" actId="20577"/>
          <ac:spMkLst>
            <pc:docMk/>
            <pc:sldMk cId="3498417872" sldId="259"/>
            <ac:spMk id="2" creationId="{1859C7B7-B669-EACF-062F-ECB3A37CB952}"/>
          </ac:spMkLst>
        </pc:spChg>
        <pc:spChg chg="mod">
          <ac:chgData name="Evan J. Thompson" userId="abd38527-ecfe-449f-bd57-123309a8e21a" providerId="ADAL" clId="{A3ACA64E-DD95-4F7F-9AB4-48AE4D65E258}" dt="2026-01-29T21:52:32.352" v="1157" actId="3626"/>
          <ac:spMkLst>
            <pc:docMk/>
            <pc:sldMk cId="3498417872" sldId="259"/>
            <ac:spMk id="3" creationId="{B79E2972-42E2-0322-0B81-C34873DA7003}"/>
          </ac:spMkLst>
        </pc:spChg>
      </pc:sldChg>
    </pc:docChg>
  </pc:docChgLst>
  <pc:docChgLst>
    <pc:chgData name="Evan J. Thompson" userId="abd38527-ecfe-449f-bd57-123309a8e21a" providerId="ADAL" clId="{695A6845-D7CB-40F3-B8D3-26BA2ACD0DF8}"/>
    <pc:docChg chg="undo custSel modSld">
      <pc:chgData name="Evan J. Thompson" userId="abd38527-ecfe-449f-bd57-123309a8e21a" providerId="ADAL" clId="{695A6845-D7CB-40F3-B8D3-26BA2ACD0DF8}" dt="2026-01-30T02:55:30.214" v="176" actId="20577"/>
      <pc:docMkLst>
        <pc:docMk/>
      </pc:docMkLst>
      <pc:sldChg chg="addSp modSp mod setBg">
        <pc:chgData name="Evan J. Thompson" userId="abd38527-ecfe-449f-bd57-123309a8e21a" providerId="ADAL" clId="{695A6845-D7CB-40F3-B8D3-26BA2ACD0DF8}" dt="2026-01-30T02:55:30.214" v="176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695A6845-D7CB-40F3-B8D3-26BA2ACD0DF8}" dt="2026-01-30T02:52:23.449" v="141" actId="26606"/>
          <ac:spMkLst>
            <pc:docMk/>
            <pc:sldMk cId="2356566640" sldId="256"/>
            <ac:spMk id="2" creationId="{D0C44247-E49C-F91E-64E1-AB7BB5F5ED42}"/>
          </ac:spMkLst>
        </pc:spChg>
        <pc:spChg chg="mod">
          <ac:chgData name="Evan J. Thompson" userId="abd38527-ecfe-449f-bd57-123309a8e21a" providerId="ADAL" clId="{695A6845-D7CB-40F3-B8D3-26BA2ACD0DF8}" dt="2026-01-30T02:55:30.214" v="176" actId="20577"/>
          <ac:spMkLst>
            <pc:docMk/>
            <pc:sldMk cId="2356566640" sldId="256"/>
            <ac:spMk id="3" creationId="{D69D57E4-42AC-8EA3-ECB1-15B8490963B3}"/>
          </ac:spMkLst>
        </pc:spChg>
        <pc:spChg chg="add">
          <ac:chgData name="Evan J. Thompson" userId="abd38527-ecfe-449f-bd57-123309a8e21a" providerId="ADAL" clId="{695A6845-D7CB-40F3-B8D3-26BA2ACD0DF8}" dt="2026-01-30T02:52:23.449" v="141" actId="26606"/>
          <ac:spMkLst>
            <pc:docMk/>
            <pc:sldMk cId="2356566640" sldId="256"/>
            <ac:spMk id="8" creationId="{934F1179-B481-4F9E-BCA3-AFB972070F83}"/>
          </ac:spMkLst>
        </pc:spChg>
        <pc:spChg chg="add">
          <ac:chgData name="Evan J. Thompson" userId="abd38527-ecfe-449f-bd57-123309a8e21a" providerId="ADAL" clId="{695A6845-D7CB-40F3-B8D3-26BA2ACD0DF8}" dt="2026-01-30T02:52:23.449" v="141" actId="26606"/>
          <ac:spMkLst>
            <pc:docMk/>
            <pc:sldMk cId="2356566640" sldId="256"/>
            <ac:spMk id="10" creationId="{827DC2C4-B485-428A-BF4A-472D2967F47F}"/>
          </ac:spMkLst>
        </pc:spChg>
        <pc:spChg chg="add">
          <ac:chgData name="Evan J. Thompson" userId="abd38527-ecfe-449f-bd57-123309a8e21a" providerId="ADAL" clId="{695A6845-D7CB-40F3-B8D3-26BA2ACD0DF8}" dt="2026-01-30T02:52:23.449" v="141" actId="26606"/>
          <ac:spMkLst>
            <pc:docMk/>
            <pc:sldMk cId="2356566640" sldId="256"/>
            <ac:spMk id="12" creationId="{EE04B5EB-F158-4507-90DD-BD23620C7CC9}"/>
          </ac:spMkLst>
        </pc:spChg>
      </pc:sldChg>
      <pc:sldChg chg="addSp modSp mod setBg">
        <pc:chgData name="Evan J. Thompson" userId="abd38527-ecfe-449f-bd57-123309a8e21a" providerId="ADAL" clId="{695A6845-D7CB-40F3-B8D3-26BA2ACD0DF8}" dt="2026-01-30T02:52:53.803" v="170" actId="20577"/>
        <pc:sldMkLst>
          <pc:docMk/>
          <pc:sldMk cId="2455445235" sldId="257"/>
        </pc:sldMkLst>
        <pc:spChg chg="mod">
          <ac:chgData name="Evan J. Thompson" userId="abd38527-ecfe-449f-bd57-123309a8e21a" providerId="ADAL" clId="{695A6845-D7CB-40F3-B8D3-26BA2ACD0DF8}" dt="2026-01-30T02:52:53.803" v="170" actId="20577"/>
          <ac:spMkLst>
            <pc:docMk/>
            <pc:sldMk cId="2455445235" sldId="257"/>
            <ac:spMk id="2" creationId="{B09D98AB-E48C-040B-622B-44CDF44336AC}"/>
          </ac:spMkLst>
        </pc:spChg>
        <pc:spChg chg="mod">
          <ac:chgData name="Evan J. Thompson" userId="abd38527-ecfe-449f-bd57-123309a8e21a" providerId="ADAL" clId="{695A6845-D7CB-40F3-B8D3-26BA2ACD0DF8}" dt="2026-01-30T02:52:30.499" v="142" actId="26606"/>
          <ac:spMkLst>
            <pc:docMk/>
            <pc:sldMk cId="2455445235" sldId="257"/>
            <ac:spMk id="3" creationId="{5FCF24CC-3F3E-2C98-D614-AD82526ED98B}"/>
          </ac:spMkLst>
        </pc:spChg>
        <pc:spChg chg="add">
          <ac:chgData name="Evan J. Thompson" userId="abd38527-ecfe-449f-bd57-123309a8e21a" providerId="ADAL" clId="{695A6845-D7CB-40F3-B8D3-26BA2ACD0DF8}" dt="2026-01-30T02:52:30.499" v="142" actId="26606"/>
          <ac:spMkLst>
            <pc:docMk/>
            <pc:sldMk cId="2455445235" sldId="257"/>
            <ac:spMk id="8" creationId="{081EA652-8C6A-4E69-BEB9-170809474553}"/>
          </ac:spMkLst>
        </pc:spChg>
        <pc:spChg chg="add">
          <ac:chgData name="Evan J. Thompson" userId="abd38527-ecfe-449f-bd57-123309a8e21a" providerId="ADAL" clId="{695A6845-D7CB-40F3-B8D3-26BA2ACD0DF8}" dt="2026-01-30T02:52:30.499" v="142" actId="26606"/>
          <ac:spMkLst>
            <pc:docMk/>
            <pc:sldMk cId="2455445235" sldId="257"/>
            <ac:spMk id="10" creationId="{5298780A-33B9-4EA2-8F67-DE68AD62841B}"/>
          </ac:spMkLst>
        </pc:spChg>
        <pc:spChg chg="add">
          <ac:chgData name="Evan J. Thompson" userId="abd38527-ecfe-449f-bd57-123309a8e21a" providerId="ADAL" clId="{695A6845-D7CB-40F3-B8D3-26BA2ACD0DF8}" dt="2026-01-30T02:52:30.499" v="142" actId="26606"/>
          <ac:spMkLst>
            <pc:docMk/>
            <pc:sldMk cId="2455445235" sldId="257"/>
            <ac:spMk id="12" creationId="{7F488E8B-4E1E-4402-8935-D4E6C02615C7}"/>
          </ac:spMkLst>
        </pc:spChg>
      </pc:sldChg>
      <pc:sldChg chg="addSp modSp mod setBg">
        <pc:chgData name="Evan J. Thompson" userId="abd38527-ecfe-449f-bd57-123309a8e21a" providerId="ADAL" clId="{695A6845-D7CB-40F3-B8D3-26BA2ACD0DF8}" dt="2026-01-30T02:52:37.125" v="143" actId="26606"/>
        <pc:sldMkLst>
          <pc:docMk/>
          <pc:sldMk cId="3448107605" sldId="258"/>
        </pc:sldMkLst>
        <pc:spChg chg="mod">
          <ac:chgData name="Evan J. Thompson" userId="abd38527-ecfe-449f-bd57-123309a8e21a" providerId="ADAL" clId="{695A6845-D7CB-40F3-B8D3-26BA2ACD0DF8}" dt="2026-01-30T02:52:37.125" v="143" actId="26606"/>
          <ac:spMkLst>
            <pc:docMk/>
            <pc:sldMk cId="3448107605" sldId="258"/>
            <ac:spMk id="2" creationId="{4E9C7C01-FACD-F542-26CC-2EB6F781DA41}"/>
          </ac:spMkLst>
        </pc:spChg>
        <pc:spChg chg="mod">
          <ac:chgData name="Evan J. Thompson" userId="abd38527-ecfe-449f-bd57-123309a8e21a" providerId="ADAL" clId="{695A6845-D7CB-40F3-B8D3-26BA2ACD0DF8}" dt="2026-01-30T02:52:37.125" v="143" actId="26606"/>
          <ac:spMkLst>
            <pc:docMk/>
            <pc:sldMk cId="3448107605" sldId="258"/>
            <ac:spMk id="3" creationId="{3BA99834-9C85-1CD4-00BC-55B7EAE92A83}"/>
          </ac:spMkLst>
        </pc:spChg>
        <pc:spChg chg="add">
          <ac:chgData name="Evan J. Thompson" userId="abd38527-ecfe-449f-bd57-123309a8e21a" providerId="ADAL" clId="{695A6845-D7CB-40F3-B8D3-26BA2ACD0DF8}" dt="2026-01-30T02:52:37.125" v="143" actId="26606"/>
          <ac:spMkLst>
            <pc:docMk/>
            <pc:sldMk cId="3448107605" sldId="258"/>
            <ac:spMk id="8" creationId="{081EA652-8C6A-4E69-BEB9-170809474553}"/>
          </ac:spMkLst>
        </pc:spChg>
        <pc:spChg chg="add">
          <ac:chgData name="Evan J. Thompson" userId="abd38527-ecfe-449f-bd57-123309a8e21a" providerId="ADAL" clId="{695A6845-D7CB-40F3-B8D3-26BA2ACD0DF8}" dt="2026-01-30T02:52:37.125" v="143" actId="26606"/>
          <ac:spMkLst>
            <pc:docMk/>
            <pc:sldMk cId="3448107605" sldId="258"/>
            <ac:spMk id="10" creationId="{5298780A-33B9-4EA2-8F67-DE68AD62841B}"/>
          </ac:spMkLst>
        </pc:spChg>
        <pc:spChg chg="add">
          <ac:chgData name="Evan J. Thompson" userId="abd38527-ecfe-449f-bd57-123309a8e21a" providerId="ADAL" clId="{695A6845-D7CB-40F3-B8D3-26BA2ACD0DF8}" dt="2026-01-30T02:52:37.125" v="143" actId="26606"/>
          <ac:spMkLst>
            <pc:docMk/>
            <pc:sldMk cId="3448107605" sldId="258"/>
            <ac:spMk id="12" creationId="{7F488E8B-4E1E-4402-8935-D4E6C02615C7}"/>
          </ac:spMkLst>
        </pc:spChg>
        <pc:cxnChg chg="add">
          <ac:chgData name="Evan J. Thompson" userId="abd38527-ecfe-449f-bd57-123309a8e21a" providerId="ADAL" clId="{695A6845-D7CB-40F3-B8D3-26BA2ACD0DF8}" dt="2026-01-30T02:52:37.125" v="143" actId="26606"/>
          <ac:cxnSpMkLst>
            <pc:docMk/>
            <pc:sldMk cId="3448107605" sldId="258"/>
            <ac:cxnSpMk id="14" creationId="{23AAC9B5-8015-485C-ACF9-A750390E9A56}"/>
          </ac:cxnSpMkLst>
        </pc:cxnChg>
      </pc:sldChg>
      <pc:sldChg chg="addSp delSp modSp mod setBg modClrScheme chgLayout">
        <pc:chgData name="Evan J. Thompson" userId="abd38527-ecfe-449f-bd57-123309a8e21a" providerId="ADAL" clId="{695A6845-D7CB-40F3-B8D3-26BA2ACD0DF8}" dt="2026-01-30T02:52:40.752" v="144" actId="26606"/>
        <pc:sldMkLst>
          <pc:docMk/>
          <pc:sldMk cId="3498417872" sldId="259"/>
        </pc:sldMkLst>
        <pc:spChg chg="mod ord">
          <ac:chgData name="Evan J. Thompson" userId="abd38527-ecfe-449f-bd57-123309a8e21a" providerId="ADAL" clId="{695A6845-D7CB-40F3-B8D3-26BA2ACD0DF8}" dt="2026-01-30T02:52:40.752" v="144" actId="26606"/>
          <ac:spMkLst>
            <pc:docMk/>
            <pc:sldMk cId="3498417872" sldId="259"/>
            <ac:spMk id="2" creationId="{1859C7B7-B669-EACF-062F-ECB3A37CB952}"/>
          </ac:spMkLst>
        </pc:spChg>
        <pc:spChg chg="mod ord">
          <ac:chgData name="Evan J. Thompson" userId="abd38527-ecfe-449f-bd57-123309a8e21a" providerId="ADAL" clId="{695A6845-D7CB-40F3-B8D3-26BA2ACD0DF8}" dt="2026-01-30T02:52:40.752" v="144" actId="26606"/>
          <ac:spMkLst>
            <pc:docMk/>
            <pc:sldMk cId="3498417872" sldId="259"/>
            <ac:spMk id="3" creationId="{B79E2972-42E2-0322-0B81-C34873DA7003}"/>
          </ac:spMkLst>
        </pc:spChg>
        <pc:spChg chg="add del mod ord">
          <ac:chgData name="Evan J. Thompson" userId="abd38527-ecfe-449f-bd57-123309a8e21a" providerId="ADAL" clId="{695A6845-D7CB-40F3-B8D3-26BA2ACD0DF8}" dt="2026-01-30T02:50:58.746" v="128" actId="700"/>
          <ac:spMkLst>
            <pc:docMk/>
            <pc:sldMk cId="3498417872" sldId="259"/>
            <ac:spMk id="4" creationId="{0F85FD6D-BB1E-CCC1-69BB-B9AAF9522B6E}"/>
          </ac:spMkLst>
        </pc:spChg>
        <pc:spChg chg="add">
          <ac:chgData name="Evan J. Thompson" userId="abd38527-ecfe-449f-bd57-123309a8e21a" providerId="ADAL" clId="{695A6845-D7CB-40F3-B8D3-26BA2ACD0DF8}" dt="2026-01-30T02:50:09.997" v="124"/>
          <ac:spMkLst>
            <pc:docMk/>
            <pc:sldMk cId="3498417872" sldId="259"/>
            <ac:spMk id="6" creationId="{D1E59380-C224-C4C0-A631-81EF69B45EEC}"/>
          </ac:spMkLst>
        </pc:spChg>
        <pc:spChg chg="add">
          <ac:chgData name="Evan J. Thompson" userId="abd38527-ecfe-449f-bd57-123309a8e21a" providerId="ADAL" clId="{695A6845-D7CB-40F3-B8D3-26BA2ACD0DF8}" dt="2026-01-30T02:52:40.752" v="144" actId="26606"/>
          <ac:spMkLst>
            <pc:docMk/>
            <pc:sldMk cId="3498417872" sldId="259"/>
            <ac:spMk id="19" creationId="{9D25F302-27C5-414F-97F8-6EA0A6C028BA}"/>
          </ac:spMkLst>
        </pc:spChg>
        <pc:spChg chg="add">
          <ac:chgData name="Evan J. Thompson" userId="abd38527-ecfe-449f-bd57-123309a8e21a" providerId="ADAL" clId="{695A6845-D7CB-40F3-B8D3-26BA2ACD0DF8}" dt="2026-01-30T02:52:40.752" v="144" actId="26606"/>
          <ac:spMkLst>
            <pc:docMk/>
            <pc:sldMk cId="3498417872" sldId="259"/>
            <ac:spMk id="21" creationId="{830A36F8-48C2-4842-A87B-8CE8DF4E7FD2}"/>
          </ac:spMkLst>
        </pc:spChg>
        <pc:spChg chg="add">
          <ac:chgData name="Evan J. Thompson" userId="abd38527-ecfe-449f-bd57-123309a8e21a" providerId="ADAL" clId="{695A6845-D7CB-40F3-B8D3-26BA2ACD0DF8}" dt="2026-01-30T02:52:40.752" v="144" actId="26606"/>
          <ac:spMkLst>
            <pc:docMk/>
            <pc:sldMk cId="3498417872" sldId="259"/>
            <ac:spMk id="23" creationId="{7F488E8B-4E1E-4402-8935-D4E6C02615C7}"/>
          </ac:spMkLst>
        </pc:spChg>
        <pc:graphicFrameChg chg="add mod">
          <ac:chgData name="Evan J. Thompson" userId="abd38527-ecfe-449f-bd57-123309a8e21a" providerId="ADAL" clId="{695A6845-D7CB-40F3-B8D3-26BA2ACD0DF8}" dt="2026-01-30T02:50:02.925" v="123"/>
          <ac:graphicFrameMkLst>
            <pc:docMk/>
            <pc:sldMk cId="3498417872" sldId="259"/>
            <ac:graphicFrameMk id="5" creationId="{9C328A60-BC29-12A6-AE51-E47DE3D90784}"/>
          </ac:graphicFrameMkLst>
        </pc:graphicFrameChg>
        <pc:picChg chg="add mod">
          <ac:chgData name="Evan J. Thompson" userId="abd38527-ecfe-449f-bd57-123309a8e21a" providerId="ADAL" clId="{695A6845-D7CB-40F3-B8D3-26BA2ACD0DF8}" dt="2026-01-30T02:50:58.177" v="127"/>
          <ac:picMkLst>
            <pc:docMk/>
            <pc:sldMk cId="3498417872" sldId="259"/>
            <ac:picMk id="8" creationId="{F2E6AAFE-6258-8138-DB6B-043E07647300}"/>
          </ac:picMkLst>
        </pc:picChg>
        <pc:picChg chg="add mod">
          <ac:chgData name="Evan J. Thompson" userId="abd38527-ecfe-449f-bd57-123309a8e21a" providerId="ADAL" clId="{695A6845-D7CB-40F3-B8D3-26BA2ACD0DF8}" dt="2026-01-30T02:50:54.593" v="126"/>
          <ac:picMkLst>
            <pc:docMk/>
            <pc:sldMk cId="3498417872" sldId="259"/>
            <ac:picMk id="10" creationId="{74B5FA21-DD23-DF35-078F-ED007B709A61}"/>
          </ac:picMkLst>
        </pc:picChg>
        <pc:picChg chg="add mod">
          <ac:chgData name="Evan J. Thompson" userId="abd38527-ecfe-449f-bd57-123309a8e21a" providerId="ADAL" clId="{695A6845-D7CB-40F3-B8D3-26BA2ACD0DF8}" dt="2026-01-30T02:52:40.752" v="144" actId="26606"/>
          <ac:picMkLst>
            <pc:docMk/>
            <pc:sldMk cId="3498417872" sldId="259"/>
            <ac:picMk id="12" creationId="{E774E8F6-6CB9-8EAB-FD57-A5591AB3D962}"/>
          </ac:picMkLst>
        </pc:picChg>
        <pc:picChg chg="add mod">
          <ac:chgData name="Evan J. Thompson" userId="abd38527-ecfe-449f-bd57-123309a8e21a" providerId="ADAL" clId="{695A6845-D7CB-40F3-B8D3-26BA2ACD0DF8}" dt="2026-01-30T02:52:40.752" v="144" actId="26606"/>
          <ac:picMkLst>
            <pc:docMk/>
            <pc:sldMk cId="3498417872" sldId="259"/>
            <ac:picMk id="14" creationId="{A1385737-A9D1-0FB3-4C52-CD0FA0D53E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B8E-EB19-649A-6410-B46EFB382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15F73-AD32-ABF4-5C82-EFCEB0BCB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EA4F8-E7CE-962E-38BD-D6123656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429B-28C1-A4C9-29EF-77315B59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47DA-FBEC-1A45-B81B-9BEE7B82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0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E6A-205D-CD0A-1BC0-AD76CEF8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FF1C-B462-D5F1-A992-52ADD15A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09E0A-33F7-A0D6-2E48-93130224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016B-2943-F569-6474-AB8C3034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3EA4-4A6D-9207-9C17-C0EBD46A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DABA-D898-6F8F-E6F6-60DD10C2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9D615-6A16-4196-5BDE-5DAB34C0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B7DCA-3168-E484-06AD-EB9EB6A0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4FED7-9C68-5C2B-3410-FFB798F1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4D21-6486-3125-19B4-83F5B360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9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4C17-96C1-5932-85E0-0D5244AD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7E27-282E-8418-B006-1A583E0E4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D9537-C5F6-F329-DFEE-EB3C807D4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10314-416A-0E2A-2970-10557C99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5EACF-D97A-3830-8BC8-0BEC4008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BA87-36D2-C984-D1B6-8C020667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5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A18A-790A-C8C4-0E37-4D2AAD51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149A-1008-503B-ED71-2288B7C79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E0F1-0CD3-00D7-58D1-0767E6A7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3C7C6-7BAB-45E5-945F-BA04E84BF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57CBA-A59E-49EB-24F6-E30CA8CA3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E30A3-F7A7-F4F8-FB5E-6D135448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9B75A-ECEC-336C-DF69-4028EC31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6CD8A-8EFE-940E-858C-11D350DA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1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423F-6747-0F7D-7610-8CCDF1FB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8AD85-1046-D76C-08D4-011833A7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D2AD7-E96D-7012-3772-C7242B12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D0227-F5A4-169D-9971-6B7AC243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F41EA-4E35-6A56-AC80-B8B42182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CA82C-4C74-AB5B-3C00-B8B26D5A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4BEDF-C858-932D-0FF9-4C0DCD09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8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7508-D09F-D4AA-7343-DCFEA4EE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3E11-3FFE-B8C5-310B-3217F6A9B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61EF-5E50-E50D-1275-2943C946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7BE2-752E-00A3-01C2-41A118A7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3AA11-38A3-AE3D-D3C4-607B357D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D864-647D-5208-7517-8977B30C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9D3B-A81D-F030-3A7C-8DB4224B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3353-5714-0458-AD0E-AB7279CC6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7D5C-E281-D723-D40C-041C4BAC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DAA8-1126-E71D-DD70-35A0940F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7FA1-A21A-8688-1F92-7A21C20B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3090A-BDD9-FF39-0329-BA05FB68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3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F1A9-B649-0CB2-1985-01E06A68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C15ED-4994-1CB8-2CFB-CC03FB8C9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E9DA2-6797-5462-FC5B-20DC6BC1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601C-7F7B-F36D-EBC6-1BFDBBD2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2745-513A-1409-166F-D852F09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3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6A78C-CA3C-2D75-CEF0-4D59F8D52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FD153-BDCB-9355-83C5-EBD4A5FE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6B99-0FF2-7B82-CAFD-9DBA45B5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8567-996C-9E20-30AF-43C4B6DD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BA40-8BAD-A3AF-45B3-466A123F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3F0C1-E45B-9B85-35EA-EC031695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A9523-7D54-4D8F-80E4-C3B919372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ECBA-5732-B3CB-6171-D432D7216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8891-9C90-FE60-60D1-FC5E32B4B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4A23A-5D33-0924-AFC1-B68F14DEF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2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Weekly Report </a:t>
            </a:r>
            <a:r>
              <a:rPr lang="en-US"/>
              <a:t>for 1/30/26</a:t>
            </a: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D98AB-E48C-040B-622B-44CDF443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F24CC-3F3E-2C98-D614-AD82526ED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200" dirty="0"/>
              <a:t>Android app</a:t>
            </a:r>
          </a:p>
          <a:p>
            <a:r>
              <a:rPr lang="en-US" sz="2200" dirty="0"/>
              <a:t>Tracks recipes and ingredients</a:t>
            </a:r>
          </a:p>
          <a:p>
            <a:r>
              <a:rPr lang="en-US" sz="2200" dirty="0"/>
              <a:t>Dynamically changes ingredients based on recipe followed</a:t>
            </a:r>
          </a:p>
          <a:p>
            <a:r>
              <a:rPr lang="en-US" sz="2200" dirty="0"/>
              <a:t>User can input ingredients and information</a:t>
            </a:r>
          </a:p>
          <a:p>
            <a:r>
              <a:rPr lang="en-US" sz="2200" dirty="0"/>
              <a:t>User can input recipes and information</a:t>
            </a:r>
          </a:p>
          <a:p>
            <a:r>
              <a:rPr lang="en-US" sz="2200" dirty="0"/>
              <a:t>User can take a photo of a recipe to add it to their recipes list</a:t>
            </a:r>
          </a:p>
        </p:txBody>
      </p:sp>
    </p:spTree>
    <p:extLst>
      <p:ext uri="{BB962C8B-B14F-4D97-AF65-F5344CB8AC3E}">
        <p14:creationId xmlns:p14="http://schemas.microsoft.com/office/powerpoint/2010/main" val="245544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C7C01-FACD-F542-26CC-2EB6F781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Issues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99834-9C85-1CD4-00BC-55B7EAE92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000"/>
              <a:t>In our documentation, we said we would use Python</a:t>
            </a:r>
          </a:p>
          <a:p>
            <a:r>
              <a:rPr lang="en-US" sz="2000"/>
              <a:t>After testing, we realized Android and Python are not optimized for each other</a:t>
            </a:r>
          </a:p>
          <a:p>
            <a:pPr lvl="1"/>
            <a:r>
              <a:rPr lang="en-US" sz="2000"/>
              <a:t>Getting it to work how we wanted would cause too many issues</a:t>
            </a:r>
          </a:p>
          <a:p>
            <a:r>
              <a:rPr lang="en-US" sz="2000"/>
              <a:t>We decided to abandon Python</a:t>
            </a:r>
          </a:p>
          <a:p>
            <a:pPr lvl="1"/>
            <a:r>
              <a:rPr lang="en-US" sz="2000"/>
              <a:t>Kotlin is default in Android Studio</a:t>
            </a:r>
          </a:p>
          <a:p>
            <a:pPr lvl="1"/>
            <a:r>
              <a:rPr lang="en-US" sz="2000"/>
              <a:t>We now must learn how to use a new IDE and a new language</a:t>
            </a:r>
          </a:p>
        </p:txBody>
      </p:sp>
    </p:spTree>
    <p:extLst>
      <p:ext uri="{BB962C8B-B14F-4D97-AF65-F5344CB8AC3E}">
        <p14:creationId xmlns:p14="http://schemas.microsoft.com/office/powerpoint/2010/main" val="344810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74E8F6-6CB9-8EAB-FD57-A5591AB3D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08" y="623275"/>
            <a:ext cx="2644859" cy="26448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385737-A9D1-0FB3-4C52-CD0FA0D53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08" y="3586297"/>
            <a:ext cx="2644860" cy="2644860"/>
          </a:xfrm>
          <a:prstGeom prst="rect">
            <a:avLst/>
          </a:prstGeom>
        </p:spPr>
      </p:pic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9C7B7-B669-EACF-062F-ECB3A37C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n-US" sz="540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2972-42E2-0322-0B81-C34873DA7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/>
          </a:bodyPr>
          <a:lstStyle/>
          <a:p>
            <a:r>
              <a:rPr lang="en-US" sz="1500"/>
              <a:t>Completed last week:</a:t>
            </a:r>
          </a:p>
          <a:p>
            <a:pPr lvl="1"/>
            <a:r>
              <a:rPr lang="en-US" sz="1500"/>
              <a:t>Experimented with Python and Android Studio</a:t>
            </a:r>
          </a:p>
          <a:p>
            <a:pPr lvl="1"/>
            <a:r>
              <a:rPr lang="en-US" sz="1500"/>
              <a:t>Made Gantt Chart</a:t>
            </a:r>
          </a:p>
          <a:p>
            <a:pPr lvl="1"/>
            <a:r>
              <a:rPr lang="en-US" sz="1500"/>
              <a:t>Made website cupboardly.wordpress.com</a:t>
            </a:r>
          </a:p>
          <a:p>
            <a:pPr lvl="1"/>
            <a:r>
              <a:rPr lang="en-US" sz="1500"/>
              <a:t>Made first concept UI design for the app</a:t>
            </a:r>
          </a:p>
          <a:p>
            <a:pPr lvl="1"/>
            <a:r>
              <a:rPr lang="en-US" sz="1500"/>
              <a:t>Created Android Studio project</a:t>
            </a:r>
          </a:p>
          <a:p>
            <a:pPr lvl="1"/>
            <a:r>
              <a:rPr lang="en-US" sz="1500"/>
              <a:t>Setup GitHub for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349841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148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Cupboardly</vt:lpstr>
      <vt:lpstr>About the Project</vt:lpstr>
      <vt:lpstr>Issues</vt:lpstr>
      <vt:lpstr>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1</cp:revision>
  <dcterms:created xsi:type="dcterms:W3CDTF">2026-01-29T21:40:52Z</dcterms:created>
  <dcterms:modified xsi:type="dcterms:W3CDTF">2026-01-30T02:55:31Z</dcterms:modified>
</cp:coreProperties>
</file>