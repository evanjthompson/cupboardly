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292" r:id="rId8"/>
    <p:sldId id="293" r:id="rId9"/>
    <p:sldId id="290" r:id="rId10"/>
    <p:sldId id="291" r:id="rId11"/>
    <p:sldId id="294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AE0"/>
    <a:srgbClr val="C59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72169A-E75B-4E5A-8104-367D37FDABD8}" v="1" dt="2026-03-20T03:52:47.9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5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S::tho86271@pennwest.edu::abd38527-ecfe-449f-bd57-123309a8e21a" providerId="AD" clId="Web-{752BDA33-50D9-1CB1-DB8D-8238D15A4672}"/>
    <pc:docChg chg="addSld delSld modSld sldOrd">
      <pc:chgData name="Evan J. Thompson" userId="S::tho86271@pennwest.edu::abd38527-ecfe-449f-bd57-123309a8e21a" providerId="AD" clId="Web-{752BDA33-50D9-1CB1-DB8D-8238D15A4672}" dt="2026-03-06T05:13:29.600" v="1972" actId="20577"/>
      <pc:docMkLst>
        <pc:docMk/>
      </pc:docMkLst>
      <pc:sldChg chg="modSp ord">
        <pc:chgData name="Evan J. Thompson" userId="S::tho86271@pennwest.edu::abd38527-ecfe-449f-bd57-123309a8e21a" providerId="AD" clId="Web-{752BDA33-50D9-1CB1-DB8D-8238D15A4672}" dt="2026-03-06T03:51:42.799" v="1783"/>
        <pc:sldMkLst>
          <pc:docMk/>
          <pc:sldMk cId="2356566640" sldId="256"/>
        </pc:sldMkLst>
        <pc:spChg chg="mod">
          <ac:chgData name="Evan J. Thompson" userId="S::tho86271@pennwest.edu::abd38527-ecfe-449f-bd57-123309a8e21a" providerId="AD" clId="Web-{752BDA33-50D9-1CB1-DB8D-8238D15A4672}" dt="2026-03-06T01:51:39.092" v="3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">
        <pc:chgData name="Evan J. Thompson" userId="S::tho86271@pennwest.edu::abd38527-ecfe-449f-bd57-123309a8e21a" providerId="AD" clId="Web-{752BDA33-50D9-1CB1-DB8D-8238D15A4672}" dt="2026-03-06T04:07:25.186" v="1831" actId="20577"/>
        <pc:sldMkLst>
          <pc:docMk/>
          <pc:sldMk cId="3057425626" sldId="276"/>
        </pc:sldMkLst>
        <pc:spChg chg="mod">
          <ac:chgData name="Evan J. Thompson" userId="S::tho86271@pennwest.edu::abd38527-ecfe-449f-bd57-123309a8e21a" providerId="AD" clId="Web-{752BDA33-50D9-1CB1-DB8D-8238D15A4672}" dt="2026-03-06T03:39:48.670" v="1574" actId="20577"/>
          <ac:spMkLst>
            <pc:docMk/>
            <pc:sldMk cId="3057425626" sldId="276"/>
            <ac:spMk id="2" creationId="{6FD9556C-AF6A-2214-055D-F3EDEC0C33AD}"/>
          </ac:spMkLst>
        </pc:spChg>
        <pc:spChg chg="mod">
          <ac:chgData name="Evan J. Thompson" userId="S::tho86271@pennwest.edu::abd38527-ecfe-449f-bd57-123309a8e21a" providerId="AD" clId="Web-{752BDA33-50D9-1CB1-DB8D-8238D15A4672}" dt="2026-03-06T04:07:25.186" v="1831" actId="20577"/>
          <ac:spMkLst>
            <pc:docMk/>
            <pc:sldMk cId="3057425626" sldId="276"/>
            <ac:spMk id="3" creationId="{9B7018C3-5EA8-63F3-2CD5-A2594377AC5A}"/>
          </ac:spMkLst>
        </pc:spChg>
      </pc:sldChg>
      <pc:sldChg chg="modSp">
        <pc:chgData name="Evan J. Thompson" userId="S::tho86271@pennwest.edu::abd38527-ecfe-449f-bd57-123309a8e21a" providerId="AD" clId="Web-{752BDA33-50D9-1CB1-DB8D-8238D15A4672}" dt="2026-03-06T02:45:42.253" v="161" actId="20577"/>
        <pc:sldMkLst>
          <pc:docMk/>
          <pc:sldMk cId="4087303592" sldId="285"/>
        </pc:sldMkLst>
        <pc:spChg chg="mod">
          <ac:chgData name="Evan J. Thompson" userId="S::tho86271@pennwest.edu::abd38527-ecfe-449f-bd57-123309a8e21a" providerId="AD" clId="Web-{752BDA33-50D9-1CB1-DB8D-8238D15A4672}" dt="2026-03-06T02:09:25.910" v="31" actId="20577"/>
          <ac:spMkLst>
            <pc:docMk/>
            <pc:sldMk cId="4087303592" sldId="285"/>
            <ac:spMk id="2" creationId="{9741E5D4-8032-03BE-4DD3-049BBECDFBE1}"/>
          </ac:spMkLst>
        </pc:spChg>
        <pc:spChg chg="mod">
          <ac:chgData name="Evan J. Thompson" userId="S::tho86271@pennwest.edu::abd38527-ecfe-449f-bd57-123309a8e21a" providerId="AD" clId="Web-{752BDA33-50D9-1CB1-DB8D-8238D15A4672}" dt="2026-03-06T02:45:42.253" v="161" actId="20577"/>
          <ac:spMkLst>
            <pc:docMk/>
            <pc:sldMk cId="4087303592" sldId="285"/>
            <ac:spMk id="3" creationId="{74104273-34E9-B3FD-9A88-8479762E4256}"/>
          </ac:spMkLst>
        </pc:spChg>
      </pc:sldChg>
    </pc:docChg>
  </pc:docChgLst>
  <pc:docChgLst>
    <pc:chgData name="Evan J. Thompson" userId="abd38527-ecfe-449f-bd57-123309a8e21a" providerId="ADAL" clId="{A3ACA64E-DD95-4F7F-9AB4-48AE4D65E258}"/>
    <pc:docChg chg="undo custSel addSld delSld modSld">
      <pc:chgData name="Evan J. Thompson" userId="abd38527-ecfe-449f-bd57-123309a8e21a" providerId="ADAL" clId="{A3ACA64E-DD95-4F7F-9AB4-48AE4D65E258}" dt="2026-03-20T04:15:51.432" v="3242" actId="20577"/>
      <pc:docMkLst>
        <pc:docMk/>
      </pc:docMkLst>
      <pc:sldChg chg="modSp mod">
        <pc:chgData name="Evan J. Thompson" userId="abd38527-ecfe-449f-bd57-123309a8e21a" providerId="ADAL" clId="{A3ACA64E-DD95-4F7F-9AB4-48AE4D65E258}" dt="2026-03-20T03:34:25.346" v="2" actId="20577"/>
        <pc:sldMkLst>
          <pc:docMk/>
          <pc:sldMk cId="2356566640" sldId="256"/>
        </pc:sldMkLst>
        <pc:spChg chg="mod">
          <ac:chgData name="Evan J. Thompson" userId="abd38527-ecfe-449f-bd57-123309a8e21a" providerId="ADAL" clId="{A3ACA64E-DD95-4F7F-9AB4-48AE4D65E258}" dt="2026-03-20T03:34:25.346" v="2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 mod">
        <pc:chgData name="Evan J. Thompson" userId="abd38527-ecfe-449f-bd57-123309a8e21a" providerId="ADAL" clId="{A3ACA64E-DD95-4F7F-9AB4-48AE4D65E258}" dt="2026-03-20T04:15:51.432" v="3242" actId="20577"/>
        <pc:sldMkLst>
          <pc:docMk/>
          <pc:sldMk cId="3057425626" sldId="276"/>
        </pc:sldMkLst>
        <pc:spChg chg="mod">
          <ac:chgData name="Evan J. Thompson" userId="abd38527-ecfe-449f-bd57-123309a8e21a" providerId="ADAL" clId="{A3ACA64E-DD95-4F7F-9AB4-48AE4D65E258}" dt="2026-03-20T04:15:51.432" v="3242" actId="20577"/>
          <ac:spMkLst>
            <pc:docMk/>
            <pc:sldMk cId="3057425626" sldId="276"/>
            <ac:spMk id="3" creationId="{9B7018C3-5EA8-63F3-2CD5-A2594377AC5A}"/>
          </ac:spMkLst>
        </pc:spChg>
      </pc:sldChg>
      <pc:sldChg chg="addSp modSp mod">
        <pc:chgData name="Evan J. Thompson" userId="abd38527-ecfe-449f-bd57-123309a8e21a" providerId="ADAL" clId="{A3ACA64E-DD95-4F7F-9AB4-48AE4D65E258}" dt="2026-03-20T03:41:14.894" v="543" actId="1076"/>
        <pc:sldMkLst>
          <pc:docMk/>
          <pc:sldMk cId="4087303592" sldId="285"/>
        </pc:sldMkLst>
        <pc:spChg chg="mod">
          <ac:chgData name="Evan J. Thompson" userId="abd38527-ecfe-449f-bd57-123309a8e21a" providerId="ADAL" clId="{A3ACA64E-DD95-4F7F-9AB4-48AE4D65E258}" dt="2026-03-20T03:34:54.205" v="35" actId="20577"/>
          <ac:spMkLst>
            <pc:docMk/>
            <pc:sldMk cId="4087303592" sldId="285"/>
            <ac:spMk id="2" creationId="{9741E5D4-8032-03BE-4DD3-049BBECDFBE1}"/>
          </ac:spMkLst>
        </pc:spChg>
        <pc:spChg chg="mod">
          <ac:chgData name="Evan J. Thompson" userId="abd38527-ecfe-449f-bd57-123309a8e21a" providerId="ADAL" clId="{A3ACA64E-DD95-4F7F-9AB4-48AE4D65E258}" dt="2026-03-20T03:41:14.894" v="543" actId="1076"/>
          <ac:spMkLst>
            <pc:docMk/>
            <pc:sldMk cId="4087303592" sldId="285"/>
            <ac:spMk id="3" creationId="{74104273-34E9-B3FD-9A88-8479762E4256}"/>
          </ac:spMkLst>
        </pc:spChg>
        <pc:picChg chg="add mod">
          <ac:chgData name="Evan J. Thompson" userId="abd38527-ecfe-449f-bd57-123309a8e21a" providerId="ADAL" clId="{A3ACA64E-DD95-4F7F-9AB4-48AE4D65E258}" dt="2026-03-20T03:39:09.142" v="416" actId="1076"/>
          <ac:picMkLst>
            <pc:docMk/>
            <pc:sldMk cId="4087303592" sldId="285"/>
            <ac:picMk id="5" creationId="{08B4E6A6-E9CC-2EAF-A7AC-4AEA67CE9D24}"/>
          </ac:picMkLst>
        </pc:picChg>
      </pc:sldChg>
      <pc:sldChg chg="modSp new mod">
        <pc:chgData name="Evan J. Thompson" userId="abd38527-ecfe-449f-bd57-123309a8e21a" providerId="ADAL" clId="{A3ACA64E-DD95-4F7F-9AB4-48AE4D65E258}" dt="2026-03-20T03:47:03.043" v="969" actId="20577"/>
        <pc:sldMkLst>
          <pc:docMk/>
          <pc:sldMk cId="2221391275" sldId="286"/>
        </pc:sldMkLst>
        <pc:spChg chg="mod">
          <ac:chgData name="Evan J. Thompson" userId="abd38527-ecfe-449f-bd57-123309a8e21a" providerId="ADAL" clId="{A3ACA64E-DD95-4F7F-9AB4-48AE4D65E258}" dt="2026-03-20T03:41:43.889" v="567" actId="20577"/>
          <ac:spMkLst>
            <pc:docMk/>
            <pc:sldMk cId="2221391275" sldId="286"/>
            <ac:spMk id="2" creationId="{2714EE8A-9CB8-CB13-321E-28B43D97E37B}"/>
          </ac:spMkLst>
        </pc:spChg>
        <pc:spChg chg="mod">
          <ac:chgData name="Evan J. Thompson" userId="abd38527-ecfe-449f-bd57-123309a8e21a" providerId="ADAL" clId="{A3ACA64E-DD95-4F7F-9AB4-48AE4D65E258}" dt="2026-03-20T03:47:03.043" v="969" actId="20577"/>
          <ac:spMkLst>
            <pc:docMk/>
            <pc:sldMk cId="2221391275" sldId="286"/>
            <ac:spMk id="3" creationId="{30BD72B7-1A31-4044-51DE-3E2CC349894B}"/>
          </ac:spMkLst>
        </pc:spChg>
      </pc:sldChg>
      <pc:sldChg chg="del">
        <pc:chgData name="Evan J. Thompson" userId="abd38527-ecfe-449f-bd57-123309a8e21a" providerId="ADAL" clId="{A3ACA64E-DD95-4F7F-9AB4-48AE4D65E258}" dt="2026-03-20T03:41:17.532" v="544" actId="47"/>
        <pc:sldMkLst>
          <pc:docMk/>
          <pc:sldMk cId="3418233026" sldId="286"/>
        </pc:sldMkLst>
      </pc:sldChg>
      <pc:sldChg chg="del">
        <pc:chgData name="Evan J. Thompson" userId="abd38527-ecfe-449f-bd57-123309a8e21a" providerId="ADAL" clId="{A3ACA64E-DD95-4F7F-9AB4-48AE4D65E258}" dt="2026-03-20T03:41:20.166" v="545" actId="47"/>
        <pc:sldMkLst>
          <pc:docMk/>
          <pc:sldMk cId="377263955" sldId="287"/>
        </pc:sldMkLst>
      </pc:sldChg>
      <pc:sldChg chg="addSp modSp new mod">
        <pc:chgData name="Evan J. Thompson" userId="abd38527-ecfe-449f-bd57-123309a8e21a" providerId="ADAL" clId="{A3ACA64E-DD95-4F7F-9AB4-48AE4D65E258}" dt="2026-03-20T03:53:55.468" v="1352" actId="20577"/>
        <pc:sldMkLst>
          <pc:docMk/>
          <pc:sldMk cId="2423731655" sldId="287"/>
        </pc:sldMkLst>
        <pc:spChg chg="mod">
          <ac:chgData name="Evan J. Thompson" userId="abd38527-ecfe-449f-bd57-123309a8e21a" providerId="ADAL" clId="{A3ACA64E-DD95-4F7F-9AB4-48AE4D65E258}" dt="2026-03-20T03:47:12.037" v="984" actId="20577"/>
          <ac:spMkLst>
            <pc:docMk/>
            <pc:sldMk cId="2423731655" sldId="287"/>
            <ac:spMk id="2" creationId="{4E6570CC-A72D-5471-BDE7-6E1860552910}"/>
          </ac:spMkLst>
        </pc:spChg>
        <pc:spChg chg="mod">
          <ac:chgData name="Evan J. Thompson" userId="abd38527-ecfe-449f-bd57-123309a8e21a" providerId="ADAL" clId="{A3ACA64E-DD95-4F7F-9AB4-48AE4D65E258}" dt="2026-03-20T03:53:55.468" v="1352" actId="20577"/>
          <ac:spMkLst>
            <pc:docMk/>
            <pc:sldMk cId="2423731655" sldId="287"/>
            <ac:spMk id="3" creationId="{6ACD0661-CE41-65AB-6F58-60577FD16F04}"/>
          </ac:spMkLst>
        </pc:spChg>
        <pc:picChg chg="add mod">
          <ac:chgData name="Evan J. Thompson" userId="abd38527-ecfe-449f-bd57-123309a8e21a" providerId="ADAL" clId="{A3ACA64E-DD95-4F7F-9AB4-48AE4D65E258}" dt="2026-03-20T03:53:03.605" v="1338" actId="1076"/>
          <ac:picMkLst>
            <pc:docMk/>
            <pc:sldMk cId="2423731655" sldId="287"/>
            <ac:picMk id="5" creationId="{D5629374-1106-2820-136D-2E8CC3EA4B72}"/>
          </ac:picMkLst>
        </pc:picChg>
        <pc:picChg chg="add mod">
          <ac:chgData name="Evan J. Thompson" userId="abd38527-ecfe-449f-bd57-123309a8e21a" providerId="ADAL" clId="{A3ACA64E-DD95-4F7F-9AB4-48AE4D65E258}" dt="2026-03-20T03:53:26.714" v="1341" actId="1076"/>
          <ac:picMkLst>
            <pc:docMk/>
            <pc:sldMk cId="2423731655" sldId="287"/>
            <ac:picMk id="6" creationId="{0B8858E4-A0B2-7893-561B-6BB553E86762}"/>
          </ac:picMkLst>
        </pc:picChg>
      </pc:sldChg>
      <pc:sldChg chg="addSp delSp modSp new mod">
        <pc:chgData name="Evan J. Thompson" userId="abd38527-ecfe-449f-bd57-123309a8e21a" providerId="ADAL" clId="{A3ACA64E-DD95-4F7F-9AB4-48AE4D65E258}" dt="2026-03-20T04:04:21.259" v="1456" actId="20577"/>
        <pc:sldMkLst>
          <pc:docMk/>
          <pc:sldMk cId="1019410544" sldId="288"/>
        </pc:sldMkLst>
        <pc:spChg chg="mod">
          <ac:chgData name="Evan J. Thompson" userId="abd38527-ecfe-449f-bd57-123309a8e21a" providerId="ADAL" clId="{A3ACA64E-DD95-4F7F-9AB4-48AE4D65E258}" dt="2026-03-20T03:49:00.251" v="1141" actId="20577"/>
          <ac:spMkLst>
            <pc:docMk/>
            <pc:sldMk cId="1019410544" sldId="288"/>
            <ac:spMk id="2" creationId="{F0014687-790E-0622-3708-ED2268650E06}"/>
          </ac:spMkLst>
        </pc:spChg>
        <pc:spChg chg="mod">
          <ac:chgData name="Evan J. Thompson" userId="abd38527-ecfe-449f-bd57-123309a8e21a" providerId="ADAL" clId="{A3ACA64E-DD95-4F7F-9AB4-48AE4D65E258}" dt="2026-03-20T04:04:21.259" v="1456" actId="20577"/>
          <ac:spMkLst>
            <pc:docMk/>
            <pc:sldMk cId="1019410544" sldId="288"/>
            <ac:spMk id="3" creationId="{41A675C9-6496-7E67-D20D-B48F6818147A}"/>
          </ac:spMkLst>
        </pc:spChg>
        <pc:picChg chg="add del">
          <ac:chgData name="Evan J. Thompson" userId="abd38527-ecfe-449f-bd57-123309a8e21a" providerId="ADAL" clId="{A3ACA64E-DD95-4F7F-9AB4-48AE4D65E258}" dt="2026-03-20T03:52:45.607" v="1334" actId="21"/>
          <ac:picMkLst>
            <pc:docMk/>
            <pc:sldMk cId="1019410544" sldId="288"/>
            <ac:picMk id="5" creationId="{D5629374-1106-2820-136D-2E8CC3EA4B72}"/>
          </ac:picMkLst>
        </pc:picChg>
        <pc:picChg chg="add del mod">
          <ac:chgData name="Evan J. Thompson" userId="abd38527-ecfe-449f-bd57-123309a8e21a" providerId="ADAL" clId="{A3ACA64E-DD95-4F7F-9AB4-48AE4D65E258}" dt="2026-03-20T04:01:04.578" v="1356" actId="478"/>
          <ac:picMkLst>
            <pc:docMk/>
            <pc:sldMk cId="1019410544" sldId="288"/>
            <ac:picMk id="7" creationId="{806CD04C-385B-F347-8F98-0E4BEA890B04}"/>
          </ac:picMkLst>
        </pc:picChg>
        <pc:picChg chg="add mod">
          <ac:chgData name="Evan J. Thompson" userId="abd38527-ecfe-449f-bd57-123309a8e21a" providerId="ADAL" clId="{A3ACA64E-DD95-4F7F-9AB4-48AE4D65E258}" dt="2026-03-20T04:03:57.584" v="1366" actId="1076"/>
          <ac:picMkLst>
            <pc:docMk/>
            <pc:sldMk cId="1019410544" sldId="288"/>
            <ac:picMk id="9" creationId="{99A7AD46-0E32-91DE-6355-9D1DB05C9982}"/>
          </ac:picMkLst>
        </pc:picChg>
        <pc:picChg chg="add mod">
          <ac:chgData name="Evan J. Thompson" userId="abd38527-ecfe-449f-bd57-123309a8e21a" providerId="ADAL" clId="{A3ACA64E-DD95-4F7F-9AB4-48AE4D65E258}" dt="2026-03-20T04:03:59.261" v="1367" actId="1076"/>
          <ac:picMkLst>
            <pc:docMk/>
            <pc:sldMk cId="1019410544" sldId="288"/>
            <ac:picMk id="11" creationId="{A3C02CAA-C637-0EA3-7336-6EF71FF36257}"/>
          </ac:picMkLst>
        </pc:picChg>
      </pc:sldChg>
      <pc:sldChg chg="del">
        <pc:chgData name="Evan J. Thompson" userId="abd38527-ecfe-449f-bd57-123309a8e21a" providerId="ADAL" clId="{A3ACA64E-DD95-4F7F-9AB4-48AE4D65E258}" dt="2026-03-20T03:41:21.331" v="547" actId="47"/>
        <pc:sldMkLst>
          <pc:docMk/>
          <pc:sldMk cId="4150787024" sldId="288"/>
        </pc:sldMkLst>
      </pc:sldChg>
      <pc:sldChg chg="del">
        <pc:chgData name="Evan J. Thompson" userId="abd38527-ecfe-449f-bd57-123309a8e21a" providerId="ADAL" clId="{A3ACA64E-DD95-4F7F-9AB4-48AE4D65E258}" dt="2026-03-20T03:41:21.892" v="548" actId="47"/>
        <pc:sldMkLst>
          <pc:docMk/>
          <pc:sldMk cId="294730183" sldId="289"/>
        </pc:sldMkLst>
      </pc:sldChg>
      <pc:sldChg chg="modSp new mod">
        <pc:chgData name="Evan J. Thompson" userId="abd38527-ecfe-449f-bd57-123309a8e21a" providerId="ADAL" clId="{A3ACA64E-DD95-4F7F-9AB4-48AE4D65E258}" dt="2026-03-20T04:06:05.666" v="1685" actId="20577"/>
        <pc:sldMkLst>
          <pc:docMk/>
          <pc:sldMk cId="1626947842" sldId="289"/>
        </pc:sldMkLst>
        <pc:spChg chg="mod">
          <ac:chgData name="Evan J. Thompson" userId="abd38527-ecfe-449f-bd57-123309a8e21a" providerId="ADAL" clId="{A3ACA64E-DD95-4F7F-9AB4-48AE4D65E258}" dt="2026-03-20T04:05:20.276" v="1469" actId="20577"/>
          <ac:spMkLst>
            <pc:docMk/>
            <pc:sldMk cId="1626947842" sldId="289"/>
            <ac:spMk id="2" creationId="{1CA70177-8518-1289-3FC3-ACA844712EB6}"/>
          </ac:spMkLst>
        </pc:spChg>
        <pc:spChg chg="mod">
          <ac:chgData name="Evan J. Thompson" userId="abd38527-ecfe-449f-bd57-123309a8e21a" providerId="ADAL" clId="{A3ACA64E-DD95-4F7F-9AB4-48AE4D65E258}" dt="2026-03-20T04:06:05.666" v="1685" actId="20577"/>
          <ac:spMkLst>
            <pc:docMk/>
            <pc:sldMk cId="1626947842" sldId="289"/>
            <ac:spMk id="3" creationId="{FEB76F6F-E3B1-AA71-3436-E2852E0C7E19}"/>
          </ac:spMkLst>
        </pc:spChg>
      </pc:sldChg>
      <pc:sldChg chg="del">
        <pc:chgData name="Evan J. Thompson" userId="abd38527-ecfe-449f-bd57-123309a8e21a" providerId="ADAL" clId="{A3ACA64E-DD95-4F7F-9AB4-48AE4D65E258}" dt="2026-03-20T03:41:22.688" v="549" actId="47"/>
        <pc:sldMkLst>
          <pc:docMk/>
          <pc:sldMk cId="2039044522" sldId="290"/>
        </pc:sldMkLst>
      </pc:sldChg>
      <pc:sldChg chg="modSp new mod">
        <pc:chgData name="Evan J. Thompson" userId="abd38527-ecfe-449f-bd57-123309a8e21a" providerId="ADAL" clId="{A3ACA64E-DD95-4F7F-9AB4-48AE4D65E258}" dt="2026-03-20T04:08:41.234" v="1926" actId="20577"/>
        <pc:sldMkLst>
          <pc:docMk/>
          <pc:sldMk cId="3589729320" sldId="290"/>
        </pc:sldMkLst>
        <pc:spChg chg="mod">
          <ac:chgData name="Evan J. Thompson" userId="abd38527-ecfe-449f-bd57-123309a8e21a" providerId="ADAL" clId="{A3ACA64E-DD95-4F7F-9AB4-48AE4D65E258}" dt="2026-03-20T04:07:53.378" v="1692" actId="20577"/>
          <ac:spMkLst>
            <pc:docMk/>
            <pc:sldMk cId="3589729320" sldId="290"/>
            <ac:spMk id="2" creationId="{334A359D-7E72-FACF-8723-E117509EA2AD}"/>
          </ac:spMkLst>
        </pc:spChg>
        <pc:spChg chg="mod">
          <ac:chgData name="Evan J. Thompson" userId="abd38527-ecfe-449f-bd57-123309a8e21a" providerId="ADAL" clId="{A3ACA64E-DD95-4F7F-9AB4-48AE4D65E258}" dt="2026-03-20T04:08:41.234" v="1926" actId="20577"/>
          <ac:spMkLst>
            <pc:docMk/>
            <pc:sldMk cId="3589729320" sldId="290"/>
            <ac:spMk id="3" creationId="{42AF6756-7A6A-97A9-87B0-CAE38DB6E805}"/>
          </ac:spMkLst>
        </pc:spChg>
      </pc:sldChg>
      <pc:sldChg chg="modSp new mod">
        <pc:chgData name="Evan J. Thompson" userId="abd38527-ecfe-449f-bd57-123309a8e21a" providerId="ADAL" clId="{A3ACA64E-DD95-4F7F-9AB4-48AE4D65E258}" dt="2026-03-20T04:13:42.403" v="2733" actId="20577"/>
        <pc:sldMkLst>
          <pc:docMk/>
          <pc:sldMk cId="613820759" sldId="291"/>
        </pc:sldMkLst>
        <pc:spChg chg="mod">
          <ac:chgData name="Evan J. Thompson" userId="abd38527-ecfe-449f-bd57-123309a8e21a" providerId="ADAL" clId="{A3ACA64E-DD95-4F7F-9AB4-48AE4D65E258}" dt="2026-03-20T04:09:05.378" v="1937" actId="20577"/>
          <ac:spMkLst>
            <pc:docMk/>
            <pc:sldMk cId="613820759" sldId="291"/>
            <ac:spMk id="2" creationId="{9FECE507-229D-6C6C-BC98-B222C0380776}"/>
          </ac:spMkLst>
        </pc:spChg>
        <pc:spChg chg="mod">
          <ac:chgData name="Evan J. Thompson" userId="abd38527-ecfe-449f-bd57-123309a8e21a" providerId="ADAL" clId="{A3ACA64E-DD95-4F7F-9AB4-48AE4D65E258}" dt="2026-03-20T04:13:42.403" v="2733" actId="20577"/>
          <ac:spMkLst>
            <pc:docMk/>
            <pc:sldMk cId="613820759" sldId="291"/>
            <ac:spMk id="3" creationId="{62AF1BC2-ECB6-6058-F9CD-D0F02317D8F7}"/>
          </ac:spMkLst>
        </pc:spChg>
      </pc:sldChg>
      <pc:sldChg chg="del">
        <pc:chgData name="Evan J. Thompson" userId="abd38527-ecfe-449f-bd57-123309a8e21a" providerId="ADAL" clId="{A3ACA64E-DD95-4F7F-9AB4-48AE4D65E258}" dt="2026-03-20T03:41:20.687" v="546" actId="47"/>
        <pc:sldMkLst>
          <pc:docMk/>
          <pc:sldMk cId="2737338216" sldId="291"/>
        </pc:sldMkLst>
      </pc:sldChg>
      <pc:sldChg chg="modSp new mod">
        <pc:chgData name="Evan J. Thompson" userId="abd38527-ecfe-449f-bd57-123309a8e21a" providerId="ADAL" clId="{A3ACA64E-DD95-4F7F-9AB4-48AE4D65E258}" dt="2026-03-20T04:10:13.971" v="2157" actId="20577"/>
        <pc:sldMkLst>
          <pc:docMk/>
          <pc:sldMk cId="180900750" sldId="292"/>
        </pc:sldMkLst>
        <pc:spChg chg="mod">
          <ac:chgData name="Evan J. Thompson" userId="abd38527-ecfe-449f-bd57-123309a8e21a" providerId="ADAL" clId="{A3ACA64E-DD95-4F7F-9AB4-48AE4D65E258}" dt="2026-03-20T04:09:34.341" v="1970" actId="20577"/>
          <ac:spMkLst>
            <pc:docMk/>
            <pc:sldMk cId="180900750" sldId="292"/>
            <ac:spMk id="2" creationId="{E0C30D85-8240-1482-54EA-C6151FD30921}"/>
          </ac:spMkLst>
        </pc:spChg>
        <pc:spChg chg="mod">
          <ac:chgData name="Evan J. Thompson" userId="abd38527-ecfe-449f-bd57-123309a8e21a" providerId="ADAL" clId="{A3ACA64E-DD95-4F7F-9AB4-48AE4D65E258}" dt="2026-03-20T04:10:13.971" v="2157" actId="20577"/>
          <ac:spMkLst>
            <pc:docMk/>
            <pc:sldMk cId="180900750" sldId="292"/>
            <ac:spMk id="3" creationId="{D361D810-DCB5-8837-200A-6D7502D26A38}"/>
          </ac:spMkLst>
        </pc:spChg>
      </pc:sldChg>
      <pc:sldChg chg="del">
        <pc:chgData name="Evan J. Thompson" userId="abd38527-ecfe-449f-bd57-123309a8e21a" providerId="ADAL" clId="{A3ACA64E-DD95-4F7F-9AB4-48AE4D65E258}" dt="2026-03-20T03:41:24.041" v="550" actId="47"/>
        <pc:sldMkLst>
          <pc:docMk/>
          <pc:sldMk cId="2301389011" sldId="292"/>
        </pc:sldMkLst>
      </pc:sldChg>
      <pc:sldChg chg="modSp new mod">
        <pc:chgData name="Evan J. Thompson" userId="abd38527-ecfe-449f-bd57-123309a8e21a" providerId="ADAL" clId="{A3ACA64E-DD95-4F7F-9AB4-48AE4D65E258}" dt="2026-03-20T04:12:15.088" v="2497" actId="20577"/>
        <pc:sldMkLst>
          <pc:docMk/>
          <pc:sldMk cId="218455163" sldId="293"/>
        </pc:sldMkLst>
        <pc:spChg chg="mod">
          <ac:chgData name="Evan J. Thompson" userId="abd38527-ecfe-449f-bd57-123309a8e21a" providerId="ADAL" clId="{A3ACA64E-DD95-4F7F-9AB4-48AE4D65E258}" dt="2026-03-20T04:10:24.255" v="2164" actId="20577"/>
          <ac:spMkLst>
            <pc:docMk/>
            <pc:sldMk cId="218455163" sldId="293"/>
            <ac:spMk id="2" creationId="{F4A8CB42-FEAD-12B1-710C-A444E6595BCC}"/>
          </ac:spMkLst>
        </pc:spChg>
        <pc:spChg chg="mod">
          <ac:chgData name="Evan J. Thompson" userId="abd38527-ecfe-449f-bd57-123309a8e21a" providerId="ADAL" clId="{A3ACA64E-DD95-4F7F-9AB4-48AE4D65E258}" dt="2026-03-20T04:12:15.088" v="2497" actId="20577"/>
          <ac:spMkLst>
            <pc:docMk/>
            <pc:sldMk cId="218455163" sldId="293"/>
            <ac:spMk id="3" creationId="{AD345B96-71E2-B42B-F352-ADF8816AC512}"/>
          </ac:spMkLst>
        </pc:spChg>
      </pc:sldChg>
      <pc:sldChg chg="modSp new mod">
        <pc:chgData name="Evan J. Thompson" userId="abd38527-ecfe-449f-bd57-123309a8e21a" providerId="ADAL" clId="{A3ACA64E-DD95-4F7F-9AB4-48AE4D65E258}" dt="2026-03-20T04:14:49.690" v="3003" actId="20577"/>
        <pc:sldMkLst>
          <pc:docMk/>
          <pc:sldMk cId="663121843" sldId="294"/>
        </pc:sldMkLst>
        <pc:spChg chg="mod">
          <ac:chgData name="Evan J. Thompson" userId="abd38527-ecfe-449f-bd57-123309a8e21a" providerId="ADAL" clId="{A3ACA64E-DD95-4F7F-9AB4-48AE4D65E258}" dt="2026-03-20T04:13:51.590" v="2747" actId="20577"/>
          <ac:spMkLst>
            <pc:docMk/>
            <pc:sldMk cId="663121843" sldId="294"/>
            <ac:spMk id="2" creationId="{47B2667A-D7D7-EB0F-20A8-8C416B8F9622}"/>
          </ac:spMkLst>
        </pc:spChg>
        <pc:spChg chg="mod">
          <ac:chgData name="Evan J. Thompson" userId="abd38527-ecfe-449f-bd57-123309a8e21a" providerId="ADAL" clId="{A3ACA64E-DD95-4F7F-9AB4-48AE4D65E258}" dt="2026-03-20T04:14:49.690" v="3003" actId="20577"/>
          <ac:spMkLst>
            <pc:docMk/>
            <pc:sldMk cId="663121843" sldId="294"/>
            <ac:spMk id="3" creationId="{8014B45B-28BF-3464-C430-06EBAF6DBF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DA08-EAF4-C62A-ED0C-CB2008D3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EA8E-3F9C-F5B1-B5FA-986228DF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F071-65FB-97D1-B9FF-91654376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BCF1-35FB-8B84-2C0D-90281BB8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AD7-5A31-0677-82EB-EE506DB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A3F4-9D55-8BF5-2A8F-B78E52BE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DAA9-A511-88F0-4021-74F7ECC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6BDE-B52F-D89A-8D72-62AA31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F943-79F5-3E97-FF59-A74703C8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FCD2-E16B-F906-AB6B-7FBB711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EE5-89C3-F98E-88F9-F5529E1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7D7A-D39E-D192-16BD-18348B5A5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7AA9-B89B-0668-2E9C-69CF8BCB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9640-654C-4578-B4C2-1DB79F4B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731-4801-D91B-12BD-7C2E2229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95D-5425-3E39-B1B4-DE4666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E55B-DBB8-3584-34D0-A746BB39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7346-4778-6F6C-1D35-9B3CD4A66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74C-A4CF-A2F7-FF99-AE3A983E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0721-E46B-8369-8CC2-CE9C067A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7052-C351-E910-1BE1-1179DE97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7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06A-8A1F-504E-9B38-94377FF3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9BE3-21B1-2FD2-CE7C-84E2E43A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E7DB-FB6C-3516-00DA-AF658E71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232E-15AD-5FF7-470F-3517F4BE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8C0AC-6D29-BD8A-34AE-C112939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DE48-BF62-ED30-4DCA-5FFE2CA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8771-B7A2-980F-52DA-39870B8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D0B57-4343-F17E-470A-C0D42EB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D8E-8BE8-6447-E50A-C5ED7F3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5E47-B7B1-A8B4-315A-722D361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CDBF-EBC3-ED24-6BB3-8F4A7C44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21F8-6A35-AD7C-11CF-F1E8CD4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CD85-AB17-6B5C-EF63-808DD0AE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22194-AC5F-D4AC-5A5F-1EE4FCF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60A52-1D6B-6189-FB5E-3A74FF97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B0E-B54D-3B40-556E-0E51E6F9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EDFB-9ED7-3369-14E2-97D4C19D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827BB-9178-7144-1512-0FA844A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EE46-1A5F-CA78-81D0-2DE6915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E8A6-F592-4107-63CC-91AF4E1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FB2F-CE6B-24E1-BAC4-9C4D1A9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5093-86EB-2068-E6F0-FA93EDE6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E9439-BA49-1304-D0F0-EFD1D21E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7D87-B17C-6635-1C21-902EC1F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7F54-F4A3-87CC-C38B-4496304B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72F-A764-DF02-E122-E0D5A8D7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F03E-A13A-C145-6ABE-DD066D0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712-CBF6-FD09-CE4B-CD412B54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73D4-F9A3-AC4B-A11E-3FD10EF5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8AF6-C7AF-2186-49A9-C399E663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A453-D251-2F25-DA1C-CB07CC99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8AC1-A24D-FA7D-883C-E2751F51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B9523-7726-9AF6-98CE-E77CA26BF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3621A-5F4F-DAF8-62D1-20840E89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B706-D5BB-7CDA-4340-987B27EF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8C01-74FD-DA20-7E7E-28A7AE8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133C-D276-02F6-9D14-7036B0E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9127"/>
            </a:gs>
            <a:gs pos="100000">
              <a:srgbClr val="0BBA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4FFFF-6E0C-B5EA-D8F7-DB3BE36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2418-5C04-395C-5F95-C9591373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757A-93DA-84EB-EFAB-94A1A3BA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68F5-5AB2-88FC-7531-8292907E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5F8F-0D71-BCC1-2478-6A3F377D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9600" b="1" dirty="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2800" dirty="0"/>
              <a:t>Weekly Report for 3/20/2026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E5D4-8032-03BE-4DD3-049BBECD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Conversions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4273-34E9-B3FD-9A88-8479762E4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215" y="135713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/>
              <a:t>We are storing quantities in grams in the database – this never changes regardless of units</a:t>
            </a:r>
          </a:p>
          <a:p>
            <a:pPr marL="457200" indent="-457200"/>
            <a:r>
              <a:rPr lang="en-US" dirty="0"/>
              <a:t>We are storing density in grams per milliliter</a:t>
            </a:r>
          </a:p>
          <a:p>
            <a:pPr marL="457200" indent="-457200"/>
            <a:r>
              <a:rPr lang="en-US" dirty="0"/>
              <a:t>We have dictionaries (maps) for the conversions:</a:t>
            </a:r>
          </a:p>
          <a:p>
            <a:pPr marL="914400" lvl="1" indent="-457200"/>
            <a:r>
              <a:rPr lang="en-US" dirty="0"/>
              <a:t>grams to other masses</a:t>
            </a:r>
          </a:p>
          <a:p>
            <a:pPr marL="914400" lvl="1" indent="-457200"/>
            <a:r>
              <a:rPr lang="en-US" dirty="0"/>
              <a:t>milliliters to other volumes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4E6A6-E9CC-2EAF-A7AC-4AEA67CE9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47" y="4205988"/>
            <a:ext cx="10440537" cy="197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0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EE8A-9CB8-CB13-321E-28B43D97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Conversions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D72B7-1A31-4044-51DE-3E2CC349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The unit conversion functions use the density and those dictionaries to convert between units</a:t>
            </a:r>
          </a:p>
          <a:p>
            <a:endParaRPr lang="en-US" dirty="0"/>
          </a:p>
          <a:p>
            <a:r>
              <a:rPr lang="en-US" dirty="0"/>
              <a:t>We have a working system to dynamically change quantities based on unit selection</a:t>
            </a:r>
          </a:p>
          <a:p>
            <a:pPr lvl="1"/>
            <a:r>
              <a:rPr lang="en-US" dirty="0"/>
              <a:t>The quantity in the database is never changed, only the displayed version of that data</a:t>
            </a:r>
          </a:p>
        </p:txBody>
      </p:sp>
    </p:spTree>
    <p:extLst>
      <p:ext uri="{BB962C8B-B14F-4D97-AF65-F5344CB8AC3E}">
        <p14:creationId xmlns:p14="http://schemas.microsoft.com/office/powerpoint/2010/main" val="222139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570CC-A72D-5471-BDE7-6E186055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D0661-CE41-65AB-6F58-60577FD16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446059" cy="4351338"/>
          </a:xfrm>
        </p:spPr>
        <p:txBody>
          <a:bodyPr/>
          <a:lstStyle/>
          <a:p>
            <a:r>
              <a:rPr lang="en-US" dirty="0"/>
              <a:t>We now force the user into a predefined selection of units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Instead of letting them enter any unit they want 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29374-1106-2820-136D-2E8CC3EA4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516" y="214905"/>
            <a:ext cx="2825087" cy="6277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8858E4-A0B2-7893-561B-6BB553E8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456" y="214905"/>
            <a:ext cx="2825087" cy="627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3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4687-790E-0622-3708-ED226865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Following a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675C9-6496-7E67-D20D-B48F6818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4463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button to follow (start) a recipe</a:t>
            </a:r>
          </a:p>
          <a:p>
            <a:endParaRPr lang="en-US" dirty="0"/>
          </a:p>
          <a:p>
            <a:r>
              <a:rPr lang="en-US" dirty="0"/>
              <a:t>It tells the user if they don’t have enough ingredients</a:t>
            </a:r>
          </a:p>
          <a:p>
            <a:endParaRPr lang="en-US" dirty="0"/>
          </a:p>
          <a:p>
            <a:r>
              <a:rPr lang="en-US" dirty="0"/>
              <a:t>(Not using unit conversions properly yet)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A7AD46-0E32-91DE-6355-9D1DB05C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105" y="266130"/>
            <a:ext cx="2846582" cy="6325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C02CAA-C637-0EA3-7336-6EF71FF36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511" y="266130"/>
            <a:ext cx="2846581" cy="632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1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0177-8518-1289-3FC3-ACA84471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76F6F-E3B1-AA71-3436-E2852E0C7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need to add a new screen (similar to how we currently have an ingredients screen and a recipe screen)</a:t>
            </a:r>
          </a:p>
          <a:p>
            <a:endParaRPr lang="en-US" dirty="0"/>
          </a:p>
          <a:p>
            <a:r>
              <a:rPr lang="en-US" dirty="0"/>
              <a:t>Questions:</a:t>
            </a:r>
          </a:p>
          <a:p>
            <a:pPr lvl="1"/>
            <a:r>
              <a:rPr lang="en-US" dirty="0"/>
              <a:t>Permissions</a:t>
            </a:r>
          </a:p>
          <a:p>
            <a:pPr lvl="1"/>
            <a:r>
              <a:rPr lang="en-US" dirty="0"/>
              <a:t>Image storage location</a:t>
            </a:r>
          </a:p>
        </p:txBody>
      </p:sp>
    </p:spTree>
    <p:extLst>
      <p:ext uri="{BB962C8B-B14F-4D97-AF65-F5344CB8AC3E}">
        <p14:creationId xmlns:p14="http://schemas.microsoft.com/office/powerpoint/2010/main" val="1626947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30D85-8240-1482-54EA-C6151FD3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Phones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1D810-DCB5-8837-200A-6D7502D2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real Android Phones connected to Android Studio</a:t>
            </a:r>
          </a:p>
          <a:p>
            <a:r>
              <a:rPr lang="en-US" dirty="0"/>
              <a:t>We can install and run the app on real devices instead of on emulators</a:t>
            </a:r>
          </a:p>
        </p:txBody>
      </p:sp>
    </p:spTree>
    <p:extLst>
      <p:ext uri="{BB962C8B-B14F-4D97-AF65-F5344CB8AC3E}">
        <p14:creationId xmlns:p14="http://schemas.microsoft.com/office/powerpoint/2010/main" val="18090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CB42-FEAD-12B1-710C-A444E659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45B96-71E2-B42B-F352-ADF8816AC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a phone refuses to connect to Android Studio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Restarting phone</a:t>
            </a:r>
          </a:p>
          <a:p>
            <a:endParaRPr lang="en-US" dirty="0"/>
          </a:p>
          <a:p>
            <a:r>
              <a:rPr lang="en-US" dirty="0"/>
              <a:t>But constantly restarting phones can be annoying when trying to test new features as they are added</a:t>
            </a:r>
          </a:p>
        </p:txBody>
      </p:sp>
    </p:spTree>
    <p:extLst>
      <p:ext uri="{BB962C8B-B14F-4D97-AF65-F5344CB8AC3E}">
        <p14:creationId xmlns:p14="http://schemas.microsoft.com/office/powerpoint/2010/main" val="21845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359D-7E72-FACF-8723-E117509E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6756-7A6A-97A9-87B0-CAE38DB6E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validation to ensure a unit is selected when entering an ingredient</a:t>
            </a:r>
          </a:p>
          <a:p>
            <a:r>
              <a:rPr lang="en-US" dirty="0"/>
              <a:t>The drop down field can be left blank</a:t>
            </a:r>
          </a:p>
          <a:p>
            <a:r>
              <a:rPr lang="en-US" dirty="0"/>
              <a:t>This breaks that ingredient entry and it doesn’t behave properly</a:t>
            </a:r>
          </a:p>
        </p:txBody>
      </p:sp>
    </p:spTree>
    <p:extLst>
      <p:ext uri="{BB962C8B-B14F-4D97-AF65-F5344CB8AC3E}">
        <p14:creationId xmlns:p14="http://schemas.microsoft.com/office/powerpoint/2010/main" val="3589729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E507-229D-6C6C-BC98-B222C038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F1BC2-ECB6-6058-F9CD-D0F02317D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app on some real phones, the content overlaps with the top status bar</a:t>
            </a:r>
          </a:p>
          <a:p>
            <a:endParaRPr lang="en-US" dirty="0"/>
          </a:p>
          <a:p>
            <a:r>
              <a:rPr lang="en-US" dirty="0"/>
              <a:t>Button sizing is wrong on real phones, causing text wrapping in the buttons</a:t>
            </a:r>
          </a:p>
        </p:txBody>
      </p:sp>
    </p:spTree>
    <p:extLst>
      <p:ext uri="{BB962C8B-B14F-4D97-AF65-F5344CB8AC3E}">
        <p14:creationId xmlns:p14="http://schemas.microsoft.com/office/powerpoint/2010/main" val="613820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667A-D7D7-EB0F-20A8-8C416B8F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B45B-28BF-3464-C430-06EBAF6DB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Gemini prompts were not being sent out after switching to a new git branch</a:t>
            </a:r>
          </a:p>
          <a:p>
            <a:endParaRPr lang="en-US" dirty="0"/>
          </a:p>
          <a:p>
            <a:r>
              <a:rPr lang="en-US" dirty="0"/>
              <a:t>Invalidating caches and rebuilding the app in Android Studio fixed this</a:t>
            </a:r>
          </a:p>
        </p:txBody>
      </p:sp>
    </p:spTree>
    <p:extLst>
      <p:ext uri="{BB962C8B-B14F-4D97-AF65-F5344CB8AC3E}">
        <p14:creationId xmlns:p14="http://schemas.microsoft.com/office/powerpoint/2010/main" val="66312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556C-AF6A-2214-055D-F3EDEC0C3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 next time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018C3-5EA8-63F3-2CD5-A2594377A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Ensure unit conversions are being used across the app anywhere they are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edit and delete buttons to recipes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Start to get camera screen working</a:t>
            </a:r>
          </a:p>
          <a:p>
            <a:pPr marL="342900" indent="-342900"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2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</TotalTime>
  <Words>352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Cupboardly</vt:lpstr>
      <vt:lpstr>Unit Conversions</vt:lpstr>
      <vt:lpstr>Unit Conversions</vt:lpstr>
      <vt:lpstr>Unit Selection</vt:lpstr>
      <vt:lpstr>Following a Recipe</vt:lpstr>
      <vt:lpstr>Camera</vt:lpstr>
      <vt:lpstr>Physical Phones</vt:lpstr>
      <vt:lpstr>Issues</vt:lpstr>
      <vt:lpstr>Issues</vt:lpstr>
      <vt:lpstr>Issues</vt:lpstr>
      <vt:lpstr>Issues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675</cp:revision>
  <dcterms:created xsi:type="dcterms:W3CDTF">2026-01-29T21:40:52Z</dcterms:created>
  <dcterms:modified xsi:type="dcterms:W3CDTF">2026-03-20T04:15:56Z</dcterms:modified>
</cp:coreProperties>
</file>