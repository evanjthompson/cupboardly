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77" r:id="rId3"/>
    <p:sldId id="278" r:id="rId4"/>
    <p:sldId id="280" r:id="rId5"/>
    <p:sldId id="279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A3ACA64E-DD95-4F7F-9AB4-48AE4D65E258}"/>
    <pc:docChg chg="undo redo custSel addSld delSld modSld">
      <pc:chgData name="Evan J. Thompson" userId="abd38527-ecfe-449f-bd57-123309a8e21a" providerId="ADAL" clId="{A3ACA64E-DD95-4F7F-9AB4-48AE4D65E258}" dt="2026-04-17T03:02:16.659" v="12277" actId="20577"/>
      <pc:docMkLst>
        <pc:docMk/>
      </pc:docMkLst>
      <pc:sldChg chg="modSp mod">
        <pc:chgData name="Evan J. Thompson" userId="abd38527-ecfe-449f-bd57-123309a8e21a" providerId="ADAL" clId="{A3ACA64E-DD95-4F7F-9AB4-48AE4D65E258}" dt="2026-04-17T02:26:26.671" v="11425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4-17T02:26:26.671" v="11425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mod">
        <pc:chgData name="Evan J. Thompson" userId="abd38527-ecfe-449f-bd57-123309a8e21a" providerId="ADAL" clId="{A3ACA64E-DD95-4F7F-9AB4-48AE4D65E258}" dt="2026-04-17T02:58:42.118" v="12221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4-17T02:58:42.118" v="12221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addSp modSp new mod">
        <pc:chgData name="Evan J. Thompson" userId="abd38527-ecfe-449f-bd57-123309a8e21a" providerId="ADAL" clId="{A3ACA64E-DD95-4F7F-9AB4-48AE4D65E258}" dt="2026-04-17T03:02:16.659" v="12277" actId="20577"/>
        <pc:sldMkLst>
          <pc:docMk/>
          <pc:sldMk cId="846619043" sldId="277"/>
        </pc:sldMkLst>
        <pc:spChg chg="mod">
          <ac:chgData name="Evan J. Thompson" userId="abd38527-ecfe-449f-bd57-123309a8e21a" providerId="ADAL" clId="{A3ACA64E-DD95-4F7F-9AB4-48AE4D65E258}" dt="2026-04-17T02:26:50.582" v="11456" actId="20577"/>
          <ac:spMkLst>
            <pc:docMk/>
            <pc:sldMk cId="846619043" sldId="277"/>
            <ac:spMk id="2" creationId="{15D8A4AF-8FFB-60B6-1050-33404AD7A940}"/>
          </ac:spMkLst>
        </pc:spChg>
        <pc:spChg chg="mod">
          <ac:chgData name="Evan J. Thompson" userId="abd38527-ecfe-449f-bd57-123309a8e21a" providerId="ADAL" clId="{A3ACA64E-DD95-4F7F-9AB4-48AE4D65E258}" dt="2026-04-17T03:02:16.659" v="12277" actId="20577"/>
          <ac:spMkLst>
            <pc:docMk/>
            <pc:sldMk cId="846619043" sldId="277"/>
            <ac:spMk id="3" creationId="{F5B9757D-61A5-A3EB-B702-F28EBED2D33C}"/>
          </ac:spMkLst>
        </pc:spChg>
        <pc:picChg chg="add mod">
          <ac:chgData name="Evan J. Thompson" userId="abd38527-ecfe-449f-bd57-123309a8e21a" providerId="ADAL" clId="{A3ACA64E-DD95-4F7F-9AB4-48AE4D65E258}" dt="2026-04-17T02:39:42.593" v="11630" actId="1076"/>
          <ac:picMkLst>
            <pc:docMk/>
            <pc:sldMk cId="846619043" sldId="277"/>
            <ac:picMk id="5" creationId="{F33A86AE-4F0C-4717-F21E-3AE9EE28BF20}"/>
          </ac:picMkLst>
        </pc:picChg>
      </pc:sldChg>
      <pc:sldChg chg="addSp modSp new del mod">
        <pc:chgData name="Evan J. Thompson" userId="abd38527-ecfe-449f-bd57-123309a8e21a" providerId="ADAL" clId="{A3ACA64E-DD95-4F7F-9AB4-48AE4D65E258}" dt="2026-04-17T02:26:33.622" v="11426" actId="47"/>
        <pc:sldMkLst>
          <pc:docMk/>
          <pc:sldMk cId="1186492549" sldId="277"/>
        </pc:sldMkLst>
      </pc:sldChg>
      <pc:sldChg chg="addSp modSp new mod">
        <pc:chgData name="Evan J. Thompson" userId="abd38527-ecfe-449f-bd57-123309a8e21a" providerId="ADAL" clId="{A3ACA64E-DD95-4F7F-9AB4-48AE4D65E258}" dt="2026-04-17T02:41:28.085" v="11701" actId="20577"/>
        <pc:sldMkLst>
          <pc:docMk/>
          <pc:sldMk cId="1177514827" sldId="278"/>
        </pc:sldMkLst>
        <pc:spChg chg="mod">
          <ac:chgData name="Evan J. Thompson" userId="abd38527-ecfe-449f-bd57-123309a8e21a" providerId="ADAL" clId="{A3ACA64E-DD95-4F7F-9AB4-48AE4D65E258}" dt="2026-04-17T02:29:54.247" v="11571" actId="20577"/>
          <ac:spMkLst>
            <pc:docMk/>
            <pc:sldMk cId="1177514827" sldId="278"/>
            <ac:spMk id="2" creationId="{F0D57569-106B-196C-72D7-9EC5DBB679B3}"/>
          </ac:spMkLst>
        </pc:spChg>
        <pc:spChg chg="mod">
          <ac:chgData name="Evan J. Thompson" userId="abd38527-ecfe-449f-bd57-123309a8e21a" providerId="ADAL" clId="{A3ACA64E-DD95-4F7F-9AB4-48AE4D65E258}" dt="2026-04-17T02:41:28.085" v="11701" actId="20577"/>
          <ac:spMkLst>
            <pc:docMk/>
            <pc:sldMk cId="1177514827" sldId="278"/>
            <ac:spMk id="3" creationId="{D381265C-3E5C-864A-13E5-78696A8E4A60}"/>
          </ac:spMkLst>
        </pc:spChg>
        <pc:picChg chg="add mod">
          <ac:chgData name="Evan J. Thompson" userId="abd38527-ecfe-449f-bd57-123309a8e21a" providerId="ADAL" clId="{A3ACA64E-DD95-4F7F-9AB4-48AE4D65E258}" dt="2026-04-17T02:41:02.851" v="11635" actId="1076"/>
          <ac:picMkLst>
            <pc:docMk/>
            <pc:sldMk cId="1177514827" sldId="278"/>
            <ac:picMk id="5" creationId="{513E3CAB-038F-C754-F948-68133199556F}"/>
          </ac:picMkLst>
        </pc:picChg>
      </pc:sldChg>
      <pc:sldChg chg="modSp new del mod">
        <pc:chgData name="Evan J. Thompson" userId="abd38527-ecfe-449f-bd57-123309a8e21a" providerId="ADAL" clId="{A3ACA64E-DD95-4F7F-9AB4-48AE4D65E258}" dt="2026-04-17T02:26:34.515" v="11427" actId="47"/>
        <pc:sldMkLst>
          <pc:docMk/>
          <pc:sldMk cId="3065276337" sldId="278"/>
        </pc:sldMkLst>
      </pc:sldChg>
      <pc:sldChg chg="modSp new mod">
        <pc:chgData name="Evan J. Thompson" userId="abd38527-ecfe-449f-bd57-123309a8e21a" providerId="ADAL" clId="{A3ACA64E-DD95-4F7F-9AB4-48AE4D65E258}" dt="2026-04-17T02:46:02.978" v="12093" actId="20577"/>
        <pc:sldMkLst>
          <pc:docMk/>
          <pc:sldMk cId="960914497" sldId="279"/>
        </pc:sldMkLst>
        <pc:spChg chg="mod">
          <ac:chgData name="Evan J. Thompson" userId="abd38527-ecfe-449f-bd57-123309a8e21a" providerId="ADAL" clId="{A3ACA64E-DD95-4F7F-9AB4-48AE4D65E258}" dt="2026-04-17T02:41:53.278" v="11735" actId="20577"/>
          <ac:spMkLst>
            <pc:docMk/>
            <pc:sldMk cId="960914497" sldId="279"/>
            <ac:spMk id="2" creationId="{646332D7-E3B6-D283-1FC1-63DBC035D78C}"/>
          </ac:spMkLst>
        </pc:spChg>
        <pc:spChg chg="mod">
          <ac:chgData name="Evan J. Thompson" userId="abd38527-ecfe-449f-bd57-123309a8e21a" providerId="ADAL" clId="{A3ACA64E-DD95-4F7F-9AB4-48AE4D65E258}" dt="2026-04-17T02:46:02.978" v="12093" actId="20577"/>
          <ac:spMkLst>
            <pc:docMk/>
            <pc:sldMk cId="960914497" sldId="279"/>
            <ac:spMk id="3" creationId="{8EB8F849-22E3-51C7-629C-D0BB949CF3AF}"/>
          </ac:spMkLst>
        </pc:spChg>
      </pc:sldChg>
      <pc:sldChg chg="modSp new del mod">
        <pc:chgData name="Evan J. Thompson" userId="abd38527-ecfe-449f-bd57-123309a8e21a" providerId="ADAL" clId="{A3ACA64E-DD95-4F7F-9AB4-48AE4D65E258}" dt="2026-04-17T02:26:34.967" v="11428" actId="47"/>
        <pc:sldMkLst>
          <pc:docMk/>
          <pc:sldMk cId="1115349303" sldId="279"/>
        </pc:sldMkLst>
      </pc:sldChg>
      <pc:sldChg chg="addSp delSp modSp new mod">
        <pc:chgData name="Evan J. Thompson" userId="abd38527-ecfe-449f-bd57-123309a8e21a" providerId="ADAL" clId="{A3ACA64E-DD95-4F7F-9AB4-48AE4D65E258}" dt="2026-04-17T02:55:48.766" v="12211" actId="1076"/>
        <pc:sldMkLst>
          <pc:docMk/>
          <pc:sldMk cId="2315291841" sldId="280"/>
        </pc:sldMkLst>
        <pc:spChg chg="mod">
          <ac:chgData name="Evan J. Thompson" userId="abd38527-ecfe-449f-bd57-123309a8e21a" providerId="ADAL" clId="{A3ACA64E-DD95-4F7F-9AB4-48AE4D65E258}" dt="2026-04-17T02:54:27.468" v="12195" actId="20577"/>
          <ac:spMkLst>
            <pc:docMk/>
            <pc:sldMk cId="2315291841" sldId="280"/>
            <ac:spMk id="2" creationId="{902FEFC1-1A8D-5688-F35F-3799E6B6B3BD}"/>
          </ac:spMkLst>
        </pc:spChg>
        <pc:spChg chg="del">
          <ac:chgData name="Evan J. Thompson" userId="abd38527-ecfe-449f-bd57-123309a8e21a" providerId="ADAL" clId="{A3ACA64E-DD95-4F7F-9AB4-48AE4D65E258}" dt="2026-04-17T02:54:29.339" v="12196" actId="22"/>
          <ac:spMkLst>
            <pc:docMk/>
            <pc:sldMk cId="2315291841" sldId="280"/>
            <ac:spMk id="3" creationId="{6347328F-5CB4-FD17-58BF-B07E014965DD}"/>
          </ac:spMkLst>
        </pc:spChg>
        <pc:picChg chg="add mod ord">
          <ac:chgData name="Evan J. Thompson" userId="abd38527-ecfe-449f-bd57-123309a8e21a" providerId="ADAL" clId="{A3ACA64E-DD95-4F7F-9AB4-48AE4D65E258}" dt="2026-04-17T02:55:48.766" v="12211" actId="1076"/>
          <ac:picMkLst>
            <pc:docMk/>
            <pc:sldMk cId="2315291841" sldId="280"/>
            <ac:picMk id="5" creationId="{1D1AD516-649D-ABDC-3604-41197AD7C221}"/>
          </ac:picMkLst>
        </pc:picChg>
        <pc:picChg chg="add mod">
          <ac:chgData name="Evan J. Thompson" userId="abd38527-ecfe-449f-bd57-123309a8e21a" providerId="ADAL" clId="{A3ACA64E-DD95-4F7F-9AB4-48AE4D65E258}" dt="2026-04-17T02:55:46.348" v="12210" actId="1076"/>
          <ac:picMkLst>
            <pc:docMk/>
            <pc:sldMk cId="2315291841" sldId="280"/>
            <ac:picMk id="7" creationId="{9EC6BB69-0572-FED6-211D-0D773F953959}"/>
          </ac:picMkLst>
        </pc:picChg>
        <pc:picChg chg="add mod">
          <ac:chgData name="Evan J. Thompson" userId="abd38527-ecfe-449f-bd57-123309a8e21a" providerId="ADAL" clId="{A3ACA64E-DD95-4F7F-9AB4-48AE4D65E258}" dt="2026-04-17T02:55:29.996" v="12204" actId="1076"/>
          <ac:picMkLst>
            <pc:docMk/>
            <pc:sldMk cId="2315291841" sldId="280"/>
            <ac:picMk id="9" creationId="{B46ACB8A-B16F-099A-AA4E-7E51040ADC1C}"/>
          </ac:picMkLst>
        </pc:picChg>
      </pc:sldChg>
      <pc:sldChg chg="addSp modSp new del mod">
        <pc:chgData name="Evan J. Thompson" userId="abd38527-ecfe-449f-bd57-123309a8e21a" providerId="ADAL" clId="{A3ACA64E-DD95-4F7F-9AB4-48AE4D65E258}" dt="2026-04-17T02:26:36.828" v="11429" actId="47"/>
        <pc:sldMkLst>
          <pc:docMk/>
          <pc:sldMk cId="4254271530" sldId="280"/>
        </pc:sldMkLst>
      </pc:sldChg>
      <pc:sldChg chg="addSp modSp new del mod">
        <pc:chgData name="Evan J. Thompson" userId="abd38527-ecfe-449f-bd57-123309a8e21a" providerId="ADAL" clId="{A3ACA64E-DD95-4F7F-9AB4-48AE4D65E258}" dt="2026-04-17T02:26:39.172" v="11430" actId="47"/>
        <pc:sldMkLst>
          <pc:docMk/>
          <pc:sldMk cId="2359285583" sldId="281"/>
        </pc:sldMkLst>
      </pc:sldChg>
      <pc:sldChg chg="modSp new del mod">
        <pc:chgData name="Evan J. Thompson" userId="abd38527-ecfe-449f-bd57-123309a8e21a" providerId="ADAL" clId="{A3ACA64E-DD95-4F7F-9AB4-48AE4D65E258}" dt="2026-04-17T02:26:40.472" v="11431" actId="47"/>
        <pc:sldMkLst>
          <pc:docMk/>
          <pc:sldMk cId="2143632123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/>
              <a:t>Weekly Report for 4/17/2026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A4AF-8FFB-60B6-1050-33404AD7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Expiration Date Coloring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757D-61A5-A3EB-B702-F28EBED2D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Green, Yellow, Orange, or Red</a:t>
            </a:r>
          </a:p>
          <a:p>
            <a:r>
              <a:rPr lang="en-US" dirty="0"/>
              <a:t>Based </a:t>
            </a:r>
            <a:r>
              <a:rPr lang="en-US"/>
              <a:t>on expiration date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A86AE-4F0C-4717-F21E-3AE9EE28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133" y="0"/>
            <a:ext cx="4099730" cy="911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1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7569-106B-196C-72D7-9EC5DBB6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/ Importing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265C-3E5C-864A-13E5-78696A8E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screen for import / export</a:t>
            </a:r>
          </a:p>
          <a:p>
            <a:r>
              <a:rPr lang="en-US" dirty="0"/>
              <a:t>Users can export and import a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E3CAB-038F-C754-F948-681331995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649" y="305250"/>
            <a:ext cx="2811375" cy="62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1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FEFC1-1A8D-5688-F35F-3799E6B6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Bug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1AD516-649D-ABDC-3604-41197AD7C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423" y="365122"/>
            <a:ext cx="2762097" cy="5984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C6BB69-0572-FED6-211D-0D773F95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563" y="365124"/>
            <a:ext cx="2762097" cy="5984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ACB8A-B16F-099A-AA4E-7E51040AD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3" y="365125"/>
            <a:ext cx="2762097" cy="598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9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32D7-E3B6-D283-1FC1-63DBC035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F849-22E3-51C7-629C-D0BB949C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confirmation to many buttons</a:t>
            </a:r>
          </a:p>
          <a:p>
            <a:pPr lvl="1"/>
            <a:r>
              <a:rPr lang="en-US" dirty="0"/>
              <a:t>Delete buttons, reset buttons</a:t>
            </a:r>
          </a:p>
          <a:p>
            <a:pPr lvl="1"/>
            <a:r>
              <a:rPr lang="en-US" dirty="0"/>
              <a:t>Requires the user to confirm – “Are you sure?”</a:t>
            </a:r>
          </a:p>
          <a:p>
            <a:pPr lvl="1"/>
            <a:endParaRPr lang="en-US" dirty="0"/>
          </a:p>
          <a:p>
            <a:r>
              <a:rPr lang="en-US" dirty="0"/>
              <a:t>Moved camera button into add recipe screen</a:t>
            </a:r>
          </a:p>
          <a:p>
            <a:endParaRPr lang="en-US" dirty="0"/>
          </a:p>
          <a:p>
            <a:r>
              <a:rPr lang="en-US" dirty="0"/>
              <a:t>Matched coloring for popup menus</a:t>
            </a:r>
          </a:p>
        </p:txBody>
      </p:sp>
    </p:spTree>
    <p:extLst>
      <p:ext uri="{BB962C8B-B14F-4D97-AF65-F5344CB8AC3E}">
        <p14:creationId xmlns:p14="http://schemas.microsoft.com/office/powerpoint/2010/main" val="96091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Minor UI tweaks and fixes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Maybe a recipe expiration popup</a:t>
            </a:r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88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Cupboardly</vt:lpstr>
      <vt:lpstr>Expiration Date Coloring</vt:lpstr>
      <vt:lpstr>Exporting / Importing Databases</vt:lpstr>
      <vt:lpstr>UI Bug</vt:lpstr>
      <vt:lpstr>Other Improvements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2026-04-17T03:02:17Z</dcterms:modified>
</cp:coreProperties>
</file>