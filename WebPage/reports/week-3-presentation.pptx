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0" r:id="rId5"/>
    <p:sldId id="263" r:id="rId6"/>
    <p:sldId id="265" r:id="rId7"/>
    <p:sldId id="259" r:id="rId8"/>
    <p:sldId id="262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35DD34-1E73-4FE9-B956-C097C1E1493F}" v="28" dt="2026-02-06T02:27:43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 J. Thompson" userId="abd38527-ecfe-449f-bd57-123309a8e21a" providerId="ADAL" clId="{695A6845-D7CB-40F3-B8D3-26BA2ACD0DF8}"/>
    <pc:docChg chg="undo redo custSel addSld delSld modSld">
      <pc:chgData name="Evan J. Thompson" userId="abd38527-ecfe-449f-bd57-123309a8e21a" providerId="ADAL" clId="{695A6845-D7CB-40F3-B8D3-26BA2ACD0DF8}" dt="2026-02-06T03:26:34.596" v="4123" actId="33524"/>
      <pc:docMkLst>
        <pc:docMk/>
      </pc:docMkLst>
      <pc:sldChg chg="addSp delSp modSp mod addAnim delAnim">
        <pc:chgData name="Evan J. Thompson" userId="abd38527-ecfe-449f-bd57-123309a8e21a" providerId="ADAL" clId="{695A6845-D7CB-40F3-B8D3-26BA2ACD0DF8}" dt="2026-02-06T02:28:11.642" v="3905" actId="26606"/>
        <pc:sldMkLst>
          <pc:docMk/>
          <pc:sldMk cId="2356566640" sldId="256"/>
        </pc:sldMkLst>
        <pc:spChg chg="mo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2" creationId="{D0C44247-E49C-F91E-64E1-AB7BB5F5ED42}"/>
          </ac:spMkLst>
        </pc:spChg>
        <pc:spChg chg="mo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3" creationId="{D69D57E4-42AC-8EA3-ECB1-15B8490963B3}"/>
          </ac:spMkLst>
        </pc:spChg>
        <pc:spChg chg="add del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8" creationId="{934F1179-B481-4F9E-BCA3-AFB972070F83}"/>
          </ac:spMkLst>
        </pc:spChg>
        <pc:spChg chg="add del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10" creationId="{827DC2C4-B485-428A-BF4A-472D2967F47F}"/>
          </ac:spMkLst>
        </pc:spChg>
        <pc:spChg chg="add del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12" creationId="{EE04B5EB-F158-4507-90DD-BD23620C7CC9}"/>
          </ac:spMkLst>
        </pc:spChg>
        <pc:spChg chg="add del">
          <ac:chgData name="Evan J. Thompson" userId="abd38527-ecfe-449f-bd57-123309a8e21a" providerId="ADAL" clId="{695A6845-D7CB-40F3-B8D3-26BA2ACD0DF8}" dt="2026-02-06T02:28:11.635" v="3904" actId="26606"/>
          <ac:spMkLst>
            <pc:docMk/>
            <pc:sldMk cId="2356566640" sldId="256"/>
            <ac:spMk id="17" creationId="{6F5A5072-7B47-4D32-B52A-4EBBF590B8A5}"/>
          </ac:spMkLst>
        </pc:spChg>
        <pc:spChg chg="add del">
          <ac:chgData name="Evan J. Thompson" userId="abd38527-ecfe-449f-bd57-123309a8e21a" providerId="ADAL" clId="{695A6845-D7CB-40F3-B8D3-26BA2ACD0DF8}" dt="2026-02-06T02:28:11.635" v="3904" actId="26606"/>
          <ac:spMkLst>
            <pc:docMk/>
            <pc:sldMk cId="2356566640" sldId="256"/>
            <ac:spMk id="19" creationId="{9715DAF0-AE1B-46C9-8A6B-DB2AA05AB91D}"/>
          </ac:spMkLst>
        </pc:spChg>
        <pc:spChg chg="add del">
          <ac:chgData name="Evan J. Thompson" userId="abd38527-ecfe-449f-bd57-123309a8e21a" providerId="ADAL" clId="{695A6845-D7CB-40F3-B8D3-26BA2ACD0DF8}" dt="2026-02-06T02:28:11.635" v="3904" actId="26606"/>
          <ac:spMkLst>
            <pc:docMk/>
            <pc:sldMk cId="2356566640" sldId="256"/>
            <ac:spMk id="23" creationId="{AFF4A713-7B75-4B21-90D7-5AB19547C728}"/>
          </ac:spMkLst>
        </pc:spChg>
        <pc:spChg chg="add del">
          <ac:chgData name="Evan J. Thompson" userId="abd38527-ecfe-449f-bd57-123309a8e21a" providerId="ADAL" clId="{695A6845-D7CB-40F3-B8D3-26BA2ACD0DF8}" dt="2026-02-06T02:28:11.635" v="3904" actId="26606"/>
          <ac:spMkLst>
            <pc:docMk/>
            <pc:sldMk cId="2356566640" sldId="256"/>
            <ac:spMk id="25" creationId="{DC631C0B-6DA6-4E57-8231-CE32B3434A7E}"/>
          </ac:spMkLst>
        </pc:spChg>
        <pc:spChg chg="add del">
          <ac:chgData name="Evan J. Thompson" userId="abd38527-ecfe-449f-bd57-123309a8e21a" providerId="ADAL" clId="{695A6845-D7CB-40F3-B8D3-26BA2ACD0DF8}" dt="2026-02-06T02:28:11.635" v="3904" actId="26606"/>
          <ac:spMkLst>
            <pc:docMk/>
            <pc:sldMk cId="2356566640" sldId="256"/>
            <ac:spMk id="27" creationId="{C29501E6-A978-4A61-9689-9085AF97A53A}"/>
          </ac:spMkLst>
        </pc:spChg>
        <pc:spChg chg="ad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29" creationId="{43C48B49-6135-48B6-AC0F-97E5D8D1F03F}"/>
          </ac:spMkLst>
        </pc:spChg>
        <pc:spChg chg="ad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30" creationId="{9715DAF0-AE1B-46C9-8A6B-DB2AA05AB91D}"/>
          </ac:spMkLst>
        </pc:spChg>
        <pc:spChg chg="ad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31" creationId="{DC631C0B-6DA6-4E57-8231-CE32B3434A7E}"/>
          </ac:spMkLst>
        </pc:spChg>
        <pc:spChg chg="ad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32" creationId="{F256AC18-FB41-4977-8B0C-F5082335AB7D}"/>
          </ac:spMkLst>
        </pc:spChg>
        <pc:spChg chg="add">
          <ac:chgData name="Evan J. Thompson" userId="abd38527-ecfe-449f-bd57-123309a8e21a" providerId="ADAL" clId="{695A6845-D7CB-40F3-B8D3-26BA2ACD0DF8}" dt="2026-02-06T02:28:11.642" v="3905" actId="26606"/>
          <ac:spMkLst>
            <pc:docMk/>
            <pc:sldMk cId="2356566640" sldId="256"/>
            <ac:spMk id="33" creationId="{AFF4A713-7B75-4B21-90D7-5AB19547C728}"/>
          </ac:spMkLst>
        </pc:spChg>
      </pc:sldChg>
      <pc:sldChg chg="del">
        <pc:chgData name="Evan J. Thompson" userId="abd38527-ecfe-449f-bd57-123309a8e21a" providerId="ADAL" clId="{695A6845-D7CB-40F3-B8D3-26BA2ACD0DF8}" dt="2026-02-06T01:29:49.671" v="10" actId="47"/>
        <pc:sldMkLst>
          <pc:docMk/>
          <pc:sldMk cId="2455445235" sldId="257"/>
        </pc:sldMkLst>
      </pc:sldChg>
      <pc:sldChg chg="addSp delSp modSp mod">
        <pc:chgData name="Evan J. Thompson" userId="abd38527-ecfe-449f-bd57-123309a8e21a" providerId="ADAL" clId="{695A6845-D7CB-40F3-B8D3-26BA2ACD0DF8}" dt="2026-02-06T01:36:54.291" v="446" actId="20577"/>
        <pc:sldMkLst>
          <pc:docMk/>
          <pc:sldMk cId="3448107605" sldId="258"/>
        </pc:sldMkLst>
        <pc:spChg chg="mod">
          <ac:chgData name="Evan J. Thompson" userId="abd38527-ecfe-449f-bd57-123309a8e21a" providerId="ADAL" clId="{695A6845-D7CB-40F3-B8D3-26BA2ACD0DF8}" dt="2026-02-06T01:36:35.860" v="381" actId="26606"/>
          <ac:spMkLst>
            <pc:docMk/>
            <pc:sldMk cId="3448107605" sldId="258"/>
            <ac:spMk id="2" creationId="{4E9C7C01-FACD-F542-26CC-2EB6F781DA41}"/>
          </ac:spMkLst>
        </pc:spChg>
        <pc:spChg chg="mod">
          <ac:chgData name="Evan J. Thompson" userId="abd38527-ecfe-449f-bd57-123309a8e21a" providerId="ADAL" clId="{695A6845-D7CB-40F3-B8D3-26BA2ACD0DF8}" dt="2026-02-06T01:36:54.291" v="446" actId="20577"/>
          <ac:spMkLst>
            <pc:docMk/>
            <pc:sldMk cId="3448107605" sldId="258"/>
            <ac:spMk id="3" creationId="{3BA99834-9C85-1CD4-00BC-55B7EAE92A83}"/>
          </ac:spMkLst>
        </pc:spChg>
        <pc:spChg chg="add">
          <ac:chgData name="Evan J. Thompson" userId="abd38527-ecfe-449f-bd57-123309a8e21a" providerId="ADAL" clId="{695A6845-D7CB-40F3-B8D3-26BA2ACD0DF8}" dt="2026-02-06T01:33:18.592" v="349"/>
          <ac:spMkLst>
            <pc:docMk/>
            <pc:sldMk cId="3448107605" sldId="258"/>
            <ac:spMk id="4" creationId="{AC0B8828-8D1B-235B-3805-34D829994D04}"/>
          </ac:spMkLst>
        </pc:spChg>
        <pc:spChg chg="add">
          <ac:chgData name="Evan J. Thompson" userId="abd38527-ecfe-449f-bd57-123309a8e21a" providerId="ADAL" clId="{695A6845-D7CB-40F3-B8D3-26BA2ACD0DF8}" dt="2026-02-06T01:33:21.389" v="350"/>
          <ac:spMkLst>
            <pc:docMk/>
            <pc:sldMk cId="3448107605" sldId="258"/>
            <ac:spMk id="5" creationId="{E5385695-4FE4-A804-789A-9F40619F7640}"/>
          </ac:spMkLst>
        </pc:spChg>
        <pc:spChg chg="del">
          <ac:chgData name="Evan J. Thompson" userId="abd38527-ecfe-449f-bd57-123309a8e21a" providerId="ADAL" clId="{695A6845-D7CB-40F3-B8D3-26BA2ACD0DF8}" dt="2026-02-06T01:36:08.521" v="377" actId="26606"/>
          <ac:spMkLst>
            <pc:docMk/>
            <pc:sldMk cId="3448107605" sldId="258"/>
            <ac:spMk id="8" creationId="{081EA652-8C6A-4E69-BEB9-170809474553}"/>
          </ac:spMkLst>
        </pc:spChg>
        <pc:spChg chg="del">
          <ac:chgData name="Evan J. Thompson" userId="abd38527-ecfe-449f-bd57-123309a8e21a" providerId="ADAL" clId="{695A6845-D7CB-40F3-B8D3-26BA2ACD0DF8}" dt="2026-02-06T01:36:08.521" v="377" actId="26606"/>
          <ac:spMkLst>
            <pc:docMk/>
            <pc:sldMk cId="3448107605" sldId="258"/>
            <ac:spMk id="10" creationId="{5298780A-33B9-4EA2-8F67-DE68AD62841B}"/>
          </ac:spMkLst>
        </pc:spChg>
        <pc:spChg chg="del">
          <ac:chgData name="Evan J. Thompson" userId="abd38527-ecfe-449f-bd57-123309a8e21a" providerId="ADAL" clId="{695A6845-D7CB-40F3-B8D3-26BA2ACD0DF8}" dt="2026-02-06T01:36:08.521" v="377" actId="26606"/>
          <ac:spMkLst>
            <pc:docMk/>
            <pc:sldMk cId="3448107605" sldId="258"/>
            <ac:spMk id="12" creationId="{7F488E8B-4E1E-4402-8935-D4E6C02615C7}"/>
          </ac:spMkLst>
        </pc:spChg>
        <pc:spChg chg="add del">
          <ac:chgData name="Evan J. Thompson" userId="abd38527-ecfe-449f-bd57-123309a8e21a" providerId="ADAL" clId="{695A6845-D7CB-40F3-B8D3-26BA2ACD0DF8}" dt="2026-02-06T01:36:35.863" v="382" actId="26606"/>
          <ac:spMkLst>
            <pc:docMk/>
            <pc:sldMk cId="3448107605" sldId="258"/>
            <ac:spMk id="19" creationId="{32AEEBC8-9D30-42EF-95F2-386C2653FBF0}"/>
          </ac:spMkLst>
        </pc:spChg>
        <pc:spChg chg="add del">
          <ac:chgData name="Evan J. Thompson" userId="abd38527-ecfe-449f-bd57-123309a8e21a" providerId="ADAL" clId="{695A6845-D7CB-40F3-B8D3-26BA2ACD0DF8}" dt="2026-02-06T01:36:35.863" v="382" actId="26606"/>
          <ac:spMkLst>
            <pc:docMk/>
            <pc:sldMk cId="3448107605" sldId="258"/>
            <ac:spMk id="21" creationId="{2E92FA66-67D7-4CB4-94D3-E643A9AD4757}"/>
          </ac:spMkLst>
        </pc:spChg>
        <pc:spChg chg="add del">
          <ac:chgData name="Evan J. Thompson" userId="abd38527-ecfe-449f-bd57-123309a8e21a" providerId="ADAL" clId="{695A6845-D7CB-40F3-B8D3-26BA2ACD0DF8}" dt="2026-02-06T01:36:35.860" v="381" actId="26606"/>
          <ac:spMkLst>
            <pc:docMk/>
            <pc:sldMk cId="3448107605" sldId="258"/>
            <ac:spMk id="26" creationId="{BCED4D40-4B67-4331-AC48-79B82B4A47D8}"/>
          </ac:spMkLst>
        </pc:spChg>
        <pc:spChg chg="add del">
          <ac:chgData name="Evan J. Thompson" userId="abd38527-ecfe-449f-bd57-123309a8e21a" providerId="ADAL" clId="{695A6845-D7CB-40F3-B8D3-26BA2ACD0DF8}" dt="2026-02-06T01:36:35.860" v="381" actId="26606"/>
          <ac:spMkLst>
            <pc:docMk/>
            <pc:sldMk cId="3448107605" sldId="258"/>
            <ac:spMk id="28" creationId="{670CEDEF-4F34-412E-84EE-329C1E936AF5}"/>
          </ac:spMkLst>
        </pc:spChg>
        <pc:spChg chg="add">
          <ac:chgData name="Evan J. Thompson" userId="abd38527-ecfe-449f-bd57-123309a8e21a" providerId="ADAL" clId="{695A6845-D7CB-40F3-B8D3-26BA2ACD0DF8}" dt="2026-02-06T01:36:35.863" v="382" actId="26606"/>
          <ac:spMkLst>
            <pc:docMk/>
            <pc:sldMk cId="3448107605" sldId="258"/>
            <ac:spMk id="30" creationId="{32AEEBC8-9D30-42EF-95F2-386C2653FBF0}"/>
          </ac:spMkLst>
        </pc:spChg>
        <pc:spChg chg="add">
          <ac:chgData name="Evan J. Thompson" userId="abd38527-ecfe-449f-bd57-123309a8e21a" providerId="ADAL" clId="{695A6845-D7CB-40F3-B8D3-26BA2ACD0DF8}" dt="2026-02-06T01:36:35.863" v="382" actId="26606"/>
          <ac:spMkLst>
            <pc:docMk/>
            <pc:sldMk cId="3448107605" sldId="258"/>
            <ac:spMk id="31" creationId="{2E92FA66-67D7-4CB4-94D3-E643A9AD4757}"/>
          </ac:spMkLst>
        </pc:spChg>
        <pc:picChg chg="add mod modCrop">
          <ac:chgData name="Evan J. Thompson" userId="abd38527-ecfe-449f-bd57-123309a8e21a" providerId="ADAL" clId="{695A6845-D7CB-40F3-B8D3-26BA2ACD0DF8}" dt="2026-02-06T01:34:43.585" v="371" actId="1076"/>
          <ac:picMkLst>
            <pc:docMk/>
            <pc:sldMk cId="3448107605" sldId="258"/>
            <ac:picMk id="7" creationId="{E230FDAD-AF6A-1FBA-DA6B-657C08609F21}"/>
          </ac:picMkLst>
        </pc:picChg>
        <pc:picChg chg="add mod">
          <ac:chgData name="Evan J. Thompson" userId="abd38527-ecfe-449f-bd57-123309a8e21a" providerId="ADAL" clId="{695A6845-D7CB-40F3-B8D3-26BA2ACD0DF8}" dt="2026-02-06T01:36:35.860" v="381" actId="26606"/>
          <ac:picMkLst>
            <pc:docMk/>
            <pc:sldMk cId="3448107605" sldId="258"/>
            <ac:picMk id="11" creationId="{2ED94E55-2F39-4A46-C094-8202D02F8B8F}"/>
          </ac:picMkLst>
        </pc:picChg>
        <pc:cxnChg chg="del">
          <ac:chgData name="Evan J. Thompson" userId="abd38527-ecfe-449f-bd57-123309a8e21a" providerId="ADAL" clId="{695A6845-D7CB-40F3-B8D3-26BA2ACD0DF8}" dt="2026-02-06T01:36:08.521" v="377" actId="26606"/>
          <ac:cxnSpMkLst>
            <pc:docMk/>
            <pc:sldMk cId="3448107605" sldId="258"/>
            <ac:cxnSpMk id="14" creationId="{23AAC9B5-8015-485C-ACF9-A750390E9A56}"/>
          </ac:cxnSpMkLst>
        </pc:cxnChg>
      </pc:sldChg>
      <pc:sldChg chg="addSp delSp modSp mod setBg setClrOvrMap">
        <pc:chgData name="Evan J. Thompson" userId="abd38527-ecfe-449f-bd57-123309a8e21a" providerId="ADAL" clId="{695A6845-D7CB-40F3-B8D3-26BA2ACD0DF8}" dt="2026-02-06T01:57:57.348" v="2023" actId="20577"/>
        <pc:sldMkLst>
          <pc:docMk/>
          <pc:sldMk cId="3498417872" sldId="259"/>
        </pc:sldMkLst>
        <pc:spChg chg="mo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2" creationId="{1859C7B7-B669-EACF-062F-ECB3A37CB952}"/>
          </ac:spMkLst>
        </pc:spChg>
        <pc:spChg chg="add del mod">
          <ac:chgData name="Evan J. Thompson" userId="abd38527-ecfe-449f-bd57-123309a8e21a" providerId="ADAL" clId="{695A6845-D7CB-40F3-B8D3-26BA2ACD0DF8}" dt="2026-02-06T01:51:38.799" v="1369" actId="26606"/>
          <ac:spMkLst>
            <pc:docMk/>
            <pc:sldMk cId="3498417872" sldId="259"/>
            <ac:spMk id="3" creationId="{B79E2972-42E2-0322-0B81-C34873DA7003}"/>
          </ac:spMkLst>
        </pc:spChg>
        <pc:spChg chg="add del mod">
          <ac:chgData name="Evan J. Thompson" userId="abd38527-ecfe-449f-bd57-123309a8e21a" providerId="ADAL" clId="{695A6845-D7CB-40F3-B8D3-26BA2ACD0DF8}" dt="2026-02-06T01:51:38.799" v="1369" actId="26606"/>
          <ac:spMkLst>
            <pc:docMk/>
            <pc:sldMk cId="3498417872" sldId="259"/>
            <ac:spMk id="4" creationId="{A687388D-BD0D-B3E0-2767-538D6AD230BF}"/>
          </ac:spMkLst>
        </pc:spChg>
        <pc:spChg chg="add del">
          <ac:chgData name="Evan J. Thompson" userId="abd38527-ecfe-449f-bd57-123309a8e21a" providerId="ADAL" clId="{695A6845-D7CB-40F3-B8D3-26BA2ACD0DF8}" dt="2026-02-06T01:49:57.248" v="1321" actId="26606"/>
          <ac:spMkLst>
            <pc:docMk/>
            <pc:sldMk cId="3498417872" sldId="259"/>
            <ac:spMk id="19" creationId="{9D25F302-27C5-414F-97F8-6EA0A6C028BA}"/>
          </ac:spMkLst>
        </pc:spChg>
        <pc:spChg chg="add del">
          <ac:chgData name="Evan J. Thompson" userId="abd38527-ecfe-449f-bd57-123309a8e21a" providerId="ADAL" clId="{695A6845-D7CB-40F3-B8D3-26BA2ACD0DF8}" dt="2026-02-06T01:49:57.248" v="1321" actId="26606"/>
          <ac:spMkLst>
            <pc:docMk/>
            <pc:sldMk cId="3498417872" sldId="259"/>
            <ac:spMk id="21" creationId="{830A36F8-48C2-4842-A87B-8CE8DF4E7FD2}"/>
          </ac:spMkLst>
        </pc:spChg>
        <pc:spChg chg="add del">
          <ac:chgData name="Evan J. Thompson" userId="abd38527-ecfe-449f-bd57-123309a8e21a" providerId="ADAL" clId="{695A6845-D7CB-40F3-B8D3-26BA2ACD0DF8}" dt="2026-02-06T01:49:57.248" v="1321" actId="26606"/>
          <ac:spMkLst>
            <pc:docMk/>
            <pc:sldMk cId="3498417872" sldId="259"/>
            <ac:spMk id="23" creationId="{7F488E8B-4E1E-4402-8935-D4E6C02615C7}"/>
          </ac:spMkLst>
        </pc:spChg>
        <pc:spChg chg="add del">
          <ac:chgData name="Evan J. Thompson" userId="abd38527-ecfe-449f-bd57-123309a8e21a" providerId="ADAL" clId="{695A6845-D7CB-40F3-B8D3-26BA2ACD0DF8}" dt="2026-02-06T01:49:51.405" v="1310" actId="26606"/>
          <ac:spMkLst>
            <pc:docMk/>
            <pc:sldMk cId="3498417872" sldId="259"/>
            <ac:spMk id="28" creationId="{10F24D38-B79E-44B4-830E-043F45D96DC2}"/>
          </ac:spMkLst>
        </pc:spChg>
        <pc:spChg chg="add del">
          <ac:chgData name="Evan J. Thompson" userId="abd38527-ecfe-449f-bd57-123309a8e21a" providerId="ADAL" clId="{695A6845-D7CB-40F3-B8D3-26BA2ACD0DF8}" dt="2026-02-06T01:49:52.613" v="1312" actId="26606"/>
          <ac:spMkLst>
            <pc:docMk/>
            <pc:sldMk cId="3498417872" sldId="259"/>
            <ac:spMk id="32" creationId="{1DE7243B-5109-444B-8FAF-7437C66BC0E9}"/>
          </ac:spMkLst>
        </pc:spChg>
        <pc:spChg chg="add del">
          <ac:chgData name="Evan J. Thompson" userId="abd38527-ecfe-449f-bd57-123309a8e21a" providerId="ADAL" clId="{695A6845-D7CB-40F3-B8D3-26BA2ACD0DF8}" dt="2026-02-06T01:49:52.613" v="1312" actId="26606"/>
          <ac:spMkLst>
            <pc:docMk/>
            <pc:sldMk cId="3498417872" sldId="259"/>
            <ac:spMk id="33" creationId="{4C5D6221-DA7B-4611-AA26-7D8E349FDE96}"/>
          </ac:spMkLst>
        </pc:spChg>
        <pc:spChg chg="add del">
          <ac:chgData name="Evan J. Thompson" userId="abd38527-ecfe-449f-bd57-123309a8e21a" providerId="ADAL" clId="{695A6845-D7CB-40F3-B8D3-26BA2ACD0DF8}" dt="2026-02-06T01:49:55.519" v="1316" actId="26606"/>
          <ac:spMkLst>
            <pc:docMk/>
            <pc:sldMk cId="3498417872" sldId="259"/>
            <ac:spMk id="34" creationId="{96AAAC3B-1954-46B7-BBAC-27DFF5B5295F}"/>
          </ac:spMkLst>
        </pc:spChg>
        <pc:spChg chg="add del">
          <ac:chgData name="Evan J. Thompson" userId="abd38527-ecfe-449f-bd57-123309a8e21a" providerId="ADAL" clId="{695A6845-D7CB-40F3-B8D3-26BA2ACD0DF8}" dt="2026-02-06T01:49:54.301" v="1314" actId="26606"/>
          <ac:spMkLst>
            <pc:docMk/>
            <pc:sldMk cId="3498417872" sldId="259"/>
            <ac:spMk id="35" creationId="{B36F400F-DF28-43BC-8D8E-4929793B392A}"/>
          </ac:spMkLst>
        </pc:spChg>
        <pc:spChg chg="add del">
          <ac:chgData name="Evan J. Thompson" userId="abd38527-ecfe-449f-bd57-123309a8e21a" providerId="ADAL" clId="{695A6845-D7CB-40F3-B8D3-26BA2ACD0DF8}" dt="2026-02-06T01:49:55.519" v="1316" actId="26606"/>
          <ac:spMkLst>
            <pc:docMk/>
            <pc:sldMk cId="3498417872" sldId="259"/>
            <ac:spMk id="36" creationId="{A5AD6500-BB62-4AAC-9D2F-C10DDC90CBB1}"/>
          </ac:spMkLst>
        </pc:spChg>
        <pc:spChg chg="add del">
          <ac:chgData name="Evan J. Thompson" userId="abd38527-ecfe-449f-bd57-123309a8e21a" providerId="ADAL" clId="{695A6845-D7CB-40F3-B8D3-26BA2ACD0DF8}" dt="2026-02-06T01:49:55.519" v="1316" actId="26606"/>
          <ac:spMkLst>
            <pc:docMk/>
            <pc:sldMk cId="3498417872" sldId="259"/>
            <ac:spMk id="37" creationId="{9F7D788E-2C1B-4EF4-8719-12613771FF98}"/>
          </ac:spMkLst>
        </pc:spChg>
        <pc:spChg chg="add del">
          <ac:chgData name="Evan J. Thompson" userId="abd38527-ecfe-449f-bd57-123309a8e21a" providerId="ADAL" clId="{695A6845-D7CB-40F3-B8D3-26BA2ACD0DF8}" dt="2026-02-06T01:49:55.519" v="1316" actId="26606"/>
          <ac:spMkLst>
            <pc:docMk/>
            <pc:sldMk cId="3498417872" sldId="259"/>
            <ac:spMk id="38" creationId="{7C54E824-C0F4-480B-BC88-689F50C45FBD}"/>
          </ac:spMkLst>
        </pc:spChg>
        <pc:spChg chg="add del">
          <ac:chgData name="Evan J. Thompson" userId="abd38527-ecfe-449f-bd57-123309a8e21a" providerId="ADAL" clId="{695A6845-D7CB-40F3-B8D3-26BA2ACD0DF8}" dt="2026-02-06T01:49:55.519" v="1316" actId="26606"/>
          <ac:spMkLst>
            <pc:docMk/>
            <pc:sldMk cId="3498417872" sldId="259"/>
            <ac:spMk id="39" creationId="{58DEA6A1-FC5C-4E6E-BBBF-7E472949B394}"/>
          </ac:spMkLst>
        </pc:spChg>
        <pc:spChg chg="add del">
          <ac:chgData name="Evan J. Thompson" userId="abd38527-ecfe-449f-bd57-123309a8e21a" providerId="ADAL" clId="{695A6845-D7CB-40F3-B8D3-26BA2ACD0DF8}" dt="2026-02-06T01:49:56.625" v="1318" actId="26606"/>
          <ac:spMkLst>
            <pc:docMk/>
            <pc:sldMk cId="3498417872" sldId="259"/>
            <ac:spMk id="41" creationId="{2A6B319F-86FE-4754-878E-06F0804D882B}"/>
          </ac:spMkLst>
        </pc:spChg>
        <pc:spChg chg="add del">
          <ac:chgData name="Evan J. Thompson" userId="abd38527-ecfe-449f-bd57-123309a8e21a" providerId="ADAL" clId="{695A6845-D7CB-40F3-B8D3-26BA2ACD0DF8}" dt="2026-02-06T01:49:56.625" v="1318" actId="26606"/>
          <ac:spMkLst>
            <pc:docMk/>
            <pc:sldMk cId="3498417872" sldId="259"/>
            <ac:spMk id="42" creationId="{DCF7D1B5-3477-499F-ACC5-2C8B07F4EDB3}"/>
          </ac:spMkLst>
        </pc:spChg>
        <pc:spChg chg="add del">
          <ac:chgData name="Evan J. Thompson" userId="abd38527-ecfe-449f-bd57-123309a8e21a" providerId="ADAL" clId="{695A6845-D7CB-40F3-B8D3-26BA2ACD0DF8}" dt="2026-02-06T01:49:57.242" v="1320" actId="26606"/>
          <ac:spMkLst>
            <pc:docMk/>
            <pc:sldMk cId="3498417872" sldId="259"/>
            <ac:spMk id="44" creationId="{21739CA5-F0F5-48E1-8E8C-F24B71827E46}"/>
          </ac:spMkLst>
        </pc:spChg>
        <pc:spChg chg="add del">
          <ac:chgData name="Evan J. Thompson" userId="abd38527-ecfe-449f-bd57-123309a8e21a" providerId="ADAL" clId="{695A6845-D7CB-40F3-B8D3-26BA2ACD0DF8}" dt="2026-02-06T01:49:57.242" v="1320" actId="26606"/>
          <ac:spMkLst>
            <pc:docMk/>
            <pc:sldMk cId="3498417872" sldId="259"/>
            <ac:spMk id="45" creationId="{3EAD2937-F230-41D4-B9C5-975B129BFC20}"/>
          </ac:spMkLst>
        </pc:spChg>
        <pc:spChg chg="add del">
          <ac:chgData name="Evan J. Thompson" userId="abd38527-ecfe-449f-bd57-123309a8e21a" providerId="ADAL" clId="{695A6845-D7CB-40F3-B8D3-26BA2ACD0DF8}" dt="2026-02-06T01:49:57.242" v="1320" actId="26606"/>
          <ac:spMkLst>
            <pc:docMk/>
            <pc:sldMk cId="3498417872" sldId="259"/>
            <ac:spMk id="46" creationId="{CCD444A3-C338-4886-B7F1-4BA2AF46EB64}"/>
          </ac:spMkLst>
        </pc:spChg>
        <pc:spChg chg="add del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48" creationId="{4C608BEB-860E-4094-8511-78603564A75E}"/>
          </ac:spMkLst>
        </pc:spChg>
        <pc:spChg chg="add del">
          <ac:chgData name="Evan J. Thompson" userId="abd38527-ecfe-449f-bd57-123309a8e21a" providerId="ADAL" clId="{695A6845-D7CB-40F3-B8D3-26BA2ACD0DF8}" dt="2026-02-06T01:51:28.223" v="1351" actId="26606"/>
          <ac:spMkLst>
            <pc:docMk/>
            <pc:sldMk cId="3498417872" sldId="259"/>
            <ac:spMk id="55" creationId="{8870DEF6-46A2-D4F8-8BE6-91165D93ECC4}"/>
          </ac:spMkLst>
        </pc:spChg>
        <pc:spChg chg="add del">
          <ac:chgData name="Evan J. Thompson" userId="abd38527-ecfe-449f-bd57-123309a8e21a" providerId="ADAL" clId="{695A6845-D7CB-40F3-B8D3-26BA2ACD0DF8}" dt="2026-02-06T01:51:26.638" v="1349" actId="26606"/>
          <ac:spMkLst>
            <pc:docMk/>
            <pc:sldMk cId="3498417872" sldId="259"/>
            <ac:spMk id="56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06T01:51:26.638" v="1349" actId="26606"/>
          <ac:spMkLst>
            <pc:docMk/>
            <pc:sldMk cId="3498417872" sldId="259"/>
            <ac:spMk id="58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06T01:51:26.638" v="1349" actId="26606"/>
          <ac:spMkLst>
            <pc:docMk/>
            <pc:sldMk cId="3498417872" sldId="259"/>
            <ac:spMk id="60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06T01:51:26.638" v="1349" actId="26606"/>
          <ac:spMkLst>
            <pc:docMk/>
            <pc:sldMk cId="3498417872" sldId="259"/>
            <ac:spMk id="62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06T01:51:26.638" v="1349" actId="26606"/>
          <ac:spMkLst>
            <pc:docMk/>
            <pc:sldMk cId="3498417872" sldId="259"/>
            <ac:spMk id="64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06T01:51:26.638" v="1349" actId="26606"/>
          <ac:spMkLst>
            <pc:docMk/>
            <pc:sldMk cId="3498417872" sldId="259"/>
            <ac:spMk id="66" creationId="{8D71EDA1-87BF-4D5D-AB79-F346FD19278A}"/>
          </ac:spMkLst>
        </pc:spChg>
        <pc:spChg chg="add del">
          <ac:chgData name="Evan J. Thompson" userId="abd38527-ecfe-449f-bd57-123309a8e21a" providerId="ADAL" clId="{695A6845-D7CB-40F3-B8D3-26BA2ACD0DF8}" dt="2026-02-06T01:51:28.223" v="1351" actId="26606"/>
          <ac:spMkLst>
            <pc:docMk/>
            <pc:sldMk cId="3498417872" sldId="259"/>
            <ac:spMk id="68" creationId="{A687388D-BD0D-B3E0-2767-538D6AD230BF}"/>
          </ac:spMkLst>
        </pc:spChg>
        <pc:spChg chg="add del">
          <ac:chgData name="Evan J. Thompson" userId="abd38527-ecfe-449f-bd57-123309a8e21a" providerId="ADAL" clId="{695A6845-D7CB-40F3-B8D3-26BA2ACD0DF8}" dt="2026-02-06T01:51:28.959" v="1353" actId="26606"/>
          <ac:spMkLst>
            <pc:docMk/>
            <pc:sldMk cId="3498417872" sldId="259"/>
            <ac:spMk id="70" creationId="{907EF6B7-1338-4443-8C46-6A318D952DFD}"/>
          </ac:spMkLst>
        </pc:spChg>
        <pc:spChg chg="add del">
          <ac:chgData name="Evan J. Thompson" userId="abd38527-ecfe-449f-bd57-123309a8e21a" providerId="ADAL" clId="{695A6845-D7CB-40F3-B8D3-26BA2ACD0DF8}" dt="2026-02-06T01:51:28.959" v="1353" actId="26606"/>
          <ac:spMkLst>
            <pc:docMk/>
            <pc:sldMk cId="3498417872" sldId="259"/>
            <ac:spMk id="71" creationId="{DAAE4CDD-124C-4DCF-9584-B6033B545DD5}"/>
          </ac:spMkLst>
        </pc:spChg>
        <pc:spChg chg="add del">
          <ac:chgData name="Evan J. Thompson" userId="abd38527-ecfe-449f-bd57-123309a8e21a" providerId="ADAL" clId="{695A6845-D7CB-40F3-B8D3-26BA2ACD0DF8}" dt="2026-02-06T01:51:28.959" v="1353" actId="26606"/>
          <ac:spMkLst>
            <pc:docMk/>
            <pc:sldMk cId="3498417872" sldId="259"/>
            <ac:spMk id="72" creationId="{081E4A58-353D-44AE-B2FC-2A74E2E400F7}"/>
          </ac:spMkLst>
        </pc:spChg>
        <pc:spChg chg="add del">
          <ac:chgData name="Evan J. Thompson" userId="abd38527-ecfe-449f-bd57-123309a8e21a" providerId="ADAL" clId="{695A6845-D7CB-40F3-B8D3-26BA2ACD0DF8}" dt="2026-02-06T01:51:28.959" v="1353" actId="26606"/>
          <ac:spMkLst>
            <pc:docMk/>
            <pc:sldMk cId="3498417872" sldId="259"/>
            <ac:spMk id="73" creationId="{B79E2972-42E2-0322-0B81-C34873DA7003}"/>
          </ac:spMkLst>
        </pc:spChg>
        <pc:spChg chg="add del">
          <ac:chgData name="Evan J. Thompson" userId="abd38527-ecfe-449f-bd57-123309a8e21a" providerId="ADAL" clId="{695A6845-D7CB-40F3-B8D3-26BA2ACD0DF8}" dt="2026-02-06T01:51:31.306" v="1355" actId="26606"/>
          <ac:spMkLst>
            <pc:docMk/>
            <pc:sldMk cId="3498417872" sldId="259"/>
            <ac:spMk id="75" creationId="{A3363022-C969-41E9-8EB2-E4C94908C1FA}"/>
          </ac:spMkLst>
        </pc:spChg>
        <pc:spChg chg="add del">
          <ac:chgData name="Evan J. Thompson" userId="abd38527-ecfe-449f-bd57-123309a8e21a" providerId="ADAL" clId="{695A6845-D7CB-40F3-B8D3-26BA2ACD0DF8}" dt="2026-02-06T01:51:31.306" v="1355" actId="26606"/>
          <ac:spMkLst>
            <pc:docMk/>
            <pc:sldMk cId="3498417872" sldId="259"/>
            <ac:spMk id="76" creationId="{8D1AD6B3-BE88-4CEB-BA17-790657CC4729}"/>
          </ac:spMkLst>
        </pc:spChg>
        <pc:spChg chg="add del">
          <ac:chgData name="Evan J. Thompson" userId="abd38527-ecfe-449f-bd57-123309a8e21a" providerId="ADAL" clId="{695A6845-D7CB-40F3-B8D3-26BA2ACD0DF8}" dt="2026-02-06T01:51:31.306" v="1355" actId="26606"/>
          <ac:spMkLst>
            <pc:docMk/>
            <pc:sldMk cId="3498417872" sldId="259"/>
            <ac:spMk id="79" creationId="{A687388D-BD0D-B3E0-2767-538D6AD230BF}"/>
          </ac:spMkLst>
        </pc:spChg>
        <pc:spChg chg="add del">
          <ac:chgData name="Evan J. Thompson" userId="abd38527-ecfe-449f-bd57-123309a8e21a" providerId="ADAL" clId="{695A6845-D7CB-40F3-B8D3-26BA2ACD0DF8}" dt="2026-02-06T01:51:32.863" v="1357" actId="26606"/>
          <ac:spMkLst>
            <pc:docMk/>
            <pc:sldMk cId="3498417872" sldId="259"/>
            <ac:spMk id="81" creationId="{B34F5AD2-EDBD-4BBD-A55C-EAFFD0C7097A}"/>
          </ac:spMkLst>
        </pc:spChg>
        <pc:spChg chg="add del">
          <ac:chgData name="Evan J. Thompson" userId="abd38527-ecfe-449f-bd57-123309a8e21a" providerId="ADAL" clId="{695A6845-D7CB-40F3-B8D3-26BA2ACD0DF8}" dt="2026-02-06T01:51:32.863" v="1357" actId="26606"/>
          <ac:spMkLst>
            <pc:docMk/>
            <pc:sldMk cId="3498417872" sldId="259"/>
            <ac:spMk id="82" creationId="{C3896A03-3945-419A-B66B-4EE266EDD152}"/>
          </ac:spMkLst>
        </pc:spChg>
        <pc:spChg chg="add del">
          <ac:chgData name="Evan J. Thompson" userId="abd38527-ecfe-449f-bd57-123309a8e21a" providerId="ADAL" clId="{695A6845-D7CB-40F3-B8D3-26BA2ACD0DF8}" dt="2026-02-06T01:51:32.863" v="1357" actId="26606"/>
          <ac:spMkLst>
            <pc:docMk/>
            <pc:sldMk cId="3498417872" sldId="259"/>
            <ac:spMk id="83" creationId="{B8EAE243-3A9F-4A46-B0D9-04C723A8A1BD}"/>
          </ac:spMkLst>
        </pc:spChg>
        <pc:spChg chg="add del">
          <ac:chgData name="Evan J. Thompson" userId="abd38527-ecfe-449f-bd57-123309a8e21a" providerId="ADAL" clId="{695A6845-D7CB-40F3-B8D3-26BA2ACD0DF8}" dt="2026-02-06T01:51:32.863" v="1357" actId="26606"/>
          <ac:spMkLst>
            <pc:docMk/>
            <pc:sldMk cId="3498417872" sldId="259"/>
            <ac:spMk id="84" creationId="{B79E2972-42E2-0322-0B81-C34873DA7003}"/>
          </ac:spMkLst>
        </pc:spChg>
        <pc:spChg chg="add del">
          <ac:chgData name="Evan J. Thompson" userId="abd38527-ecfe-449f-bd57-123309a8e21a" providerId="ADAL" clId="{695A6845-D7CB-40F3-B8D3-26BA2ACD0DF8}" dt="2026-02-06T01:51:33.860" v="1359" actId="26606"/>
          <ac:spMkLst>
            <pc:docMk/>
            <pc:sldMk cId="3498417872" sldId="259"/>
            <ac:spMk id="86" creationId="{C2554CA6-288E-4202-BC52-2E5A8F0C0AED}"/>
          </ac:spMkLst>
        </pc:spChg>
        <pc:spChg chg="add del">
          <ac:chgData name="Evan J. Thompson" userId="abd38527-ecfe-449f-bd57-123309a8e21a" providerId="ADAL" clId="{695A6845-D7CB-40F3-B8D3-26BA2ACD0DF8}" dt="2026-02-06T01:51:33.860" v="1359" actId="26606"/>
          <ac:spMkLst>
            <pc:docMk/>
            <pc:sldMk cId="3498417872" sldId="259"/>
            <ac:spMk id="87" creationId="{B10BB131-AC8E-4A8E-A5D1-36260F720C3B}"/>
          </ac:spMkLst>
        </pc:spChg>
        <pc:spChg chg="add del">
          <ac:chgData name="Evan J. Thompson" userId="abd38527-ecfe-449f-bd57-123309a8e21a" providerId="ADAL" clId="{695A6845-D7CB-40F3-B8D3-26BA2ACD0DF8}" dt="2026-02-06T01:51:33.860" v="1359" actId="26606"/>
          <ac:spMkLst>
            <pc:docMk/>
            <pc:sldMk cId="3498417872" sldId="259"/>
            <ac:spMk id="88" creationId="{5B7778FC-632E-4DCA-A7CB-0D7731CCF970}"/>
          </ac:spMkLst>
        </pc:spChg>
        <pc:spChg chg="add del">
          <ac:chgData name="Evan J. Thompson" userId="abd38527-ecfe-449f-bd57-123309a8e21a" providerId="ADAL" clId="{695A6845-D7CB-40F3-B8D3-26BA2ACD0DF8}" dt="2026-02-06T01:51:33.860" v="1359" actId="26606"/>
          <ac:spMkLst>
            <pc:docMk/>
            <pc:sldMk cId="3498417872" sldId="259"/>
            <ac:spMk id="89" creationId="{FA23A907-97FB-4A8F-880A-DD77401C4296}"/>
          </ac:spMkLst>
        </pc:spChg>
        <pc:spChg chg="add del">
          <ac:chgData name="Evan J. Thompson" userId="abd38527-ecfe-449f-bd57-123309a8e21a" providerId="ADAL" clId="{695A6845-D7CB-40F3-B8D3-26BA2ACD0DF8}" dt="2026-02-06T01:51:33.860" v="1359" actId="26606"/>
          <ac:spMkLst>
            <pc:docMk/>
            <pc:sldMk cId="3498417872" sldId="259"/>
            <ac:spMk id="90" creationId="{B79E2972-42E2-0322-0B81-C34873DA7003}"/>
          </ac:spMkLst>
        </pc:spChg>
        <pc:spChg chg="add del">
          <ac:chgData name="Evan J. Thompson" userId="abd38527-ecfe-449f-bd57-123309a8e21a" providerId="ADAL" clId="{695A6845-D7CB-40F3-B8D3-26BA2ACD0DF8}" dt="2026-02-06T01:51:34.225" v="1361" actId="26606"/>
          <ac:spMkLst>
            <pc:docMk/>
            <pc:sldMk cId="3498417872" sldId="259"/>
            <ac:spMk id="93" creationId="{E014418F-10CE-4493-8436-D9FFEEDF1349}"/>
          </ac:spMkLst>
        </pc:spChg>
        <pc:spChg chg="add del">
          <ac:chgData name="Evan J. Thompson" userId="abd38527-ecfe-449f-bd57-123309a8e21a" providerId="ADAL" clId="{695A6845-D7CB-40F3-B8D3-26BA2ACD0DF8}" dt="2026-02-06T01:51:34.225" v="1361" actId="26606"/>
          <ac:spMkLst>
            <pc:docMk/>
            <pc:sldMk cId="3498417872" sldId="259"/>
            <ac:spMk id="94" creationId="{A687388D-BD0D-B3E0-2767-538D6AD230BF}"/>
          </ac:spMkLst>
        </pc:spChg>
        <pc:spChg chg="add 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96" creationId="{DEE2AD96-B495-4E06-9291-B71706F728CB}"/>
          </ac:spMkLst>
        </pc:spChg>
        <pc:spChg chg="add 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97" creationId="{53CF6D67-C5A8-4ADD-9E8E-1E38CA1D3166}"/>
          </ac:spMkLst>
        </pc:spChg>
        <pc:spChg chg="add 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98" creationId="{86909FA0-B515-4681-B7A8-FA281D133B94}"/>
          </ac:spMkLst>
        </pc:spChg>
        <pc:spChg chg="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99" creationId="{21C9FE86-FCC3-4A31-AA1C-C882262B7FE7}"/>
          </ac:spMkLst>
        </pc:spChg>
        <pc:spChg chg="add 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100" creationId="{7D96243B-ECED-4B71-8E06-AE9A285EAD20}"/>
          </ac:spMkLst>
        </pc:spChg>
        <pc:spChg chg="add 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101" creationId="{A09989E4-EFDC-4A90-A633-E0525FB4139E}"/>
          </ac:spMkLst>
        </pc:spChg>
        <pc:spChg chg="add del">
          <ac:chgData name="Evan J. Thompson" userId="abd38527-ecfe-449f-bd57-123309a8e21a" providerId="ADAL" clId="{695A6845-D7CB-40F3-B8D3-26BA2ACD0DF8}" dt="2026-02-06T01:51:35.726" v="1363" actId="26606"/>
          <ac:spMkLst>
            <pc:docMk/>
            <pc:sldMk cId="3498417872" sldId="259"/>
            <ac:spMk id="102" creationId="{B79E2972-42E2-0322-0B81-C34873DA7003}"/>
          </ac:spMkLst>
        </pc:spChg>
        <pc:spChg chg="add del">
          <ac:chgData name="Evan J. Thompson" userId="abd38527-ecfe-449f-bd57-123309a8e21a" providerId="ADAL" clId="{695A6845-D7CB-40F3-B8D3-26BA2ACD0DF8}" dt="2026-02-06T01:51:36.427" v="1365" actId="26606"/>
          <ac:spMkLst>
            <pc:docMk/>
            <pc:sldMk cId="3498417872" sldId="259"/>
            <ac:spMk id="104" creationId="{8249E89B-63A5-45DA-A170-5B661FCE4F6E}"/>
          </ac:spMkLst>
        </pc:spChg>
        <pc:spChg chg="add del">
          <ac:chgData name="Evan J. Thompson" userId="abd38527-ecfe-449f-bd57-123309a8e21a" providerId="ADAL" clId="{695A6845-D7CB-40F3-B8D3-26BA2ACD0DF8}" dt="2026-02-06T01:51:36.427" v="1365" actId="26606"/>
          <ac:spMkLst>
            <pc:docMk/>
            <pc:sldMk cId="3498417872" sldId="259"/>
            <ac:spMk id="105" creationId="{A5D714AD-9E94-4752-AA45-D4B0EAAB52E2}"/>
          </ac:spMkLst>
        </pc:spChg>
        <pc:spChg chg="add del">
          <ac:chgData name="Evan J. Thompson" userId="abd38527-ecfe-449f-bd57-123309a8e21a" providerId="ADAL" clId="{695A6845-D7CB-40F3-B8D3-26BA2ACD0DF8}" dt="2026-02-06T01:51:36.427" v="1365" actId="26606"/>
          <ac:spMkLst>
            <pc:docMk/>
            <pc:sldMk cId="3498417872" sldId="259"/>
            <ac:spMk id="106" creationId="{7FF89E09-42FB-4694-96E4-95652B1D83E4}"/>
          </ac:spMkLst>
        </pc:spChg>
        <pc:spChg chg="add del">
          <ac:chgData name="Evan J. Thompson" userId="abd38527-ecfe-449f-bd57-123309a8e21a" providerId="ADAL" clId="{695A6845-D7CB-40F3-B8D3-26BA2ACD0DF8}" dt="2026-02-06T01:51:36.427" v="1365" actId="26606"/>
          <ac:spMkLst>
            <pc:docMk/>
            <pc:sldMk cId="3498417872" sldId="259"/>
            <ac:spMk id="107" creationId="{25D3C032-881F-4579-A4BF-0FA966E9F350}"/>
          </ac:spMkLst>
        </pc:spChg>
        <pc:spChg chg="add del">
          <ac:chgData name="Evan J. Thompson" userId="abd38527-ecfe-449f-bd57-123309a8e21a" providerId="ADAL" clId="{695A6845-D7CB-40F3-B8D3-26BA2ACD0DF8}" dt="2026-02-06T01:51:36.427" v="1365" actId="26606"/>
          <ac:spMkLst>
            <pc:docMk/>
            <pc:sldMk cId="3498417872" sldId="259"/>
            <ac:spMk id="108" creationId="{B79E2972-42E2-0322-0B81-C34873DA7003}"/>
          </ac:spMkLst>
        </pc:spChg>
        <pc:spChg chg="add del">
          <ac:chgData name="Evan J. Thompson" userId="abd38527-ecfe-449f-bd57-123309a8e21a" providerId="ADAL" clId="{695A6845-D7CB-40F3-B8D3-26BA2ACD0DF8}" dt="2026-02-06T01:51:38.375" v="1367" actId="26606"/>
          <ac:spMkLst>
            <pc:docMk/>
            <pc:sldMk cId="3498417872" sldId="259"/>
            <ac:spMk id="111" creationId="{53CF6D67-C5A8-4ADD-9E8E-1E38CA1D3166}"/>
          </ac:spMkLst>
        </pc:spChg>
        <pc:spChg chg="add del">
          <ac:chgData name="Evan J. Thompson" userId="abd38527-ecfe-449f-bd57-123309a8e21a" providerId="ADAL" clId="{695A6845-D7CB-40F3-B8D3-26BA2ACD0DF8}" dt="2026-02-06T01:51:38.375" v="1367" actId="26606"/>
          <ac:spMkLst>
            <pc:docMk/>
            <pc:sldMk cId="3498417872" sldId="259"/>
            <ac:spMk id="112" creationId="{86909FA0-B515-4681-B7A8-FA281D133B94}"/>
          </ac:spMkLst>
        </pc:spChg>
        <pc:spChg chg="add del">
          <ac:chgData name="Evan J. Thompson" userId="abd38527-ecfe-449f-bd57-123309a8e21a" providerId="ADAL" clId="{695A6845-D7CB-40F3-B8D3-26BA2ACD0DF8}" dt="2026-02-06T01:51:38.375" v="1367" actId="26606"/>
          <ac:spMkLst>
            <pc:docMk/>
            <pc:sldMk cId="3498417872" sldId="259"/>
            <ac:spMk id="113" creationId="{21C9FE86-FCC3-4A31-AA1C-C882262B7FE7}"/>
          </ac:spMkLst>
        </pc:spChg>
        <pc:spChg chg="add del">
          <ac:chgData name="Evan J. Thompson" userId="abd38527-ecfe-449f-bd57-123309a8e21a" providerId="ADAL" clId="{695A6845-D7CB-40F3-B8D3-26BA2ACD0DF8}" dt="2026-02-06T01:51:38.375" v="1367" actId="26606"/>
          <ac:spMkLst>
            <pc:docMk/>
            <pc:sldMk cId="3498417872" sldId="259"/>
            <ac:spMk id="114" creationId="{7D96243B-ECED-4B71-8E06-AE9A285EAD20}"/>
          </ac:spMkLst>
        </pc:spChg>
        <pc:spChg chg="add del">
          <ac:chgData name="Evan J. Thompson" userId="abd38527-ecfe-449f-bd57-123309a8e21a" providerId="ADAL" clId="{695A6845-D7CB-40F3-B8D3-26BA2ACD0DF8}" dt="2026-02-06T01:51:38.375" v="1367" actId="26606"/>
          <ac:spMkLst>
            <pc:docMk/>
            <pc:sldMk cId="3498417872" sldId="259"/>
            <ac:spMk id="115" creationId="{A09989E4-EFDC-4A90-A633-E0525FB4139E}"/>
          </ac:spMkLst>
        </pc:spChg>
        <pc:spChg chg="add del">
          <ac:chgData name="Evan J. Thompson" userId="abd38527-ecfe-449f-bd57-123309a8e21a" providerId="ADAL" clId="{695A6845-D7CB-40F3-B8D3-26BA2ACD0DF8}" dt="2026-02-06T01:51:38.375" v="1367" actId="26606"/>
          <ac:spMkLst>
            <pc:docMk/>
            <pc:sldMk cId="3498417872" sldId="259"/>
            <ac:spMk id="116" creationId="{B79E2972-42E2-0322-0B81-C34873DA7003}"/>
          </ac:spMkLst>
        </pc:spChg>
        <pc:spChg chg="add del">
          <ac:chgData name="Evan J. Thompson" userId="abd38527-ecfe-449f-bd57-123309a8e21a" providerId="ADAL" clId="{695A6845-D7CB-40F3-B8D3-26BA2ACD0DF8}" dt="2026-02-06T01:51:38.799" v="1369" actId="26606"/>
          <ac:spMkLst>
            <pc:docMk/>
            <pc:sldMk cId="3498417872" sldId="259"/>
            <ac:spMk id="119" creationId="{8870DEF6-46A2-D4F8-8BE6-91165D93ECC4}"/>
          </ac:spMkLst>
        </pc:spChg>
        <pc:spChg chg="add del">
          <ac:chgData name="Evan J. Thompson" userId="abd38527-ecfe-449f-bd57-123309a8e21a" providerId="ADAL" clId="{695A6845-D7CB-40F3-B8D3-26BA2ACD0DF8}" dt="2026-02-06T01:51:38.799" v="1369" actId="26606"/>
          <ac:spMkLst>
            <pc:docMk/>
            <pc:sldMk cId="3498417872" sldId="259"/>
            <ac:spMk id="121" creationId="{A687388D-BD0D-B3E0-2767-538D6AD230BF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3" creationId="{09588DA8-065E-4F6F-8EFD-43104AB2E0CF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4" creationId="{C4285719-470E-454C-AF62-8323075F1F5B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5" creationId="{CD9FE4EF-C4D8-49A0-B2FF-81D8DB7D8A24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6" creationId="{4300840D-0A0B-4512-BACA-B439D5B9C57C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7" creationId="{D2B78728-A580-49A7-84F9-6EF6F583ADE0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8" creationId="{38FAA1A1-D861-433F-88FA-1E9D6FD31D11}"/>
          </ac:spMkLst>
        </pc:spChg>
        <pc:spChg chg="add">
          <ac:chgData name="Evan J. Thompson" userId="abd38527-ecfe-449f-bd57-123309a8e21a" providerId="ADAL" clId="{695A6845-D7CB-40F3-B8D3-26BA2ACD0DF8}" dt="2026-02-06T01:51:38.808" v="1370" actId="26606"/>
          <ac:spMkLst>
            <pc:docMk/>
            <pc:sldMk cId="3498417872" sldId="259"/>
            <ac:spMk id="129" creationId="{8D71EDA1-87BF-4D5D-AB79-F346FD19278A}"/>
          </ac:spMkLst>
        </pc:spChg>
        <pc:spChg chg="add mod">
          <ac:chgData name="Evan J. Thompson" userId="abd38527-ecfe-449f-bd57-123309a8e21a" providerId="ADAL" clId="{695A6845-D7CB-40F3-B8D3-26BA2ACD0DF8}" dt="2026-02-06T01:57:57.348" v="2023" actId="20577"/>
          <ac:spMkLst>
            <pc:docMk/>
            <pc:sldMk cId="3498417872" sldId="259"/>
            <ac:spMk id="130" creationId="{B79E2972-42E2-0322-0B81-C34873DA7003}"/>
          </ac:spMkLst>
        </pc:spChg>
        <pc:grpChg chg="add del">
          <ac:chgData name="Evan J. Thompson" userId="abd38527-ecfe-449f-bd57-123309a8e21a" providerId="ADAL" clId="{695A6845-D7CB-40F3-B8D3-26BA2ACD0DF8}" dt="2026-02-06T01:51:31.306" v="1355" actId="26606"/>
          <ac:grpSpMkLst>
            <pc:docMk/>
            <pc:sldMk cId="3498417872" sldId="259"/>
            <ac:grpSpMk id="77" creationId="{89D1390B-7E13-4B4F-9CB2-391063412E54}"/>
          </ac:grpSpMkLst>
        </pc:grpChg>
        <pc:picChg chg="del">
          <ac:chgData name="Evan J. Thompson" userId="abd38527-ecfe-449f-bd57-123309a8e21a" providerId="ADAL" clId="{695A6845-D7CB-40F3-B8D3-26BA2ACD0DF8}" dt="2026-02-06T01:45:01.808" v="906" actId="478"/>
          <ac:picMkLst>
            <pc:docMk/>
            <pc:sldMk cId="3498417872" sldId="259"/>
            <ac:picMk id="12" creationId="{E774E8F6-6CB9-8EAB-FD57-A5591AB3D962}"/>
          </ac:picMkLst>
        </pc:picChg>
        <pc:picChg chg="del">
          <ac:chgData name="Evan J. Thompson" userId="abd38527-ecfe-449f-bd57-123309a8e21a" providerId="ADAL" clId="{695A6845-D7CB-40F3-B8D3-26BA2ACD0DF8}" dt="2026-02-06T01:45:02.341" v="907" actId="478"/>
          <ac:picMkLst>
            <pc:docMk/>
            <pc:sldMk cId="3498417872" sldId="259"/>
            <ac:picMk id="14" creationId="{A1385737-A9D1-0FB3-4C52-CD0FA0D53E60}"/>
          </ac:picMkLst>
        </pc:picChg>
        <pc:picChg chg="add del">
          <ac:chgData name="Evan J. Thompson" userId="abd38527-ecfe-449f-bd57-123309a8e21a" providerId="ADAL" clId="{695A6845-D7CB-40F3-B8D3-26BA2ACD0DF8}" dt="2026-02-06T01:51:28.223" v="1351" actId="26606"/>
          <ac:picMkLst>
            <pc:docMk/>
            <pc:sldMk cId="3498417872" sldId="259"/>
            <ac:picMk id="51" creationId="{9423F2CD-9FFC-546C-4DE5-8FE485915C7B}"/>
          </ac:picMkLst>
        </pc:picChg>
        <pc:picChg chg="add del">
          <ac:chgData name="Evan J. Thompson" userId="abd38527-ecfe-449f-bd57-123309a8e21a" providerId="ADAL" clId="{695A6845-D7CB-40F3-B8D3-26BA2ACD0DF8}" dt="2026-02-06T01:51:31.306" v="1355" actId="26606"/>
          <ac:picMkLst>
            <pc:docMk/>
            <pc:sldMk cId="3498417872" sldId="259"/>
            <ac:picMk id="53" creationId="{770D46B3-FD39-A2D2-82F6-4E7AEAA8614B}"/>
          </ac:picMkLst>
        </pc:picChg>
        <pc:picChg chg="add del">
          <ac:chgData name="Evan J. Thompson" userId="abd38527-ecfe-449f-bd57-123309a8e21a" providerId="ADAL" clId="{695A6845-D7CB-40F3-B8D3-26BA2ACD0DF8}" dt="2026-02-06T01:51:34.225" v="1361" actId="26606"/>
          <ac:picMkLst>
            <pc:docMk/>
            <pc:sldMk cId="3498417872" sldId="259"/>
            <ac:picMk id="92" creationId="{1A5660EB-931E-EB3C-F2D2-52D5B6E26E3E}"/>
          </ac:picMkLst>
        </pc:picChg>
        <pc:picChg chg="add del">
          <ac:chgData name="Evan J. Thompson" userId="abd38527-ecfe-449f-bd57-123309a8e21a" providerId="ADAL" clId="{695A6845-D7CB-40F3-B8D3-26BA2ACD0DF8}" dt="2026-02-06T01:51:38.799" v="1369" actId="26606"/>
          <ac:picMkLst>
            <pc:docMk/>
            <pc:sldMk cId="3498417872" sldId="259"/>
            <ac:picMk id="118" creationId="{9423F2CD-9FFC-546C-4DE5-8FE485915C7B}"/>
          </ac:picMkLst>
        </pc:picChg>
        <pc:cxnChg chg="add del">
          <ac:chgData name="Evan J. Thompson" userId="abd38527-ecfe-449f-bd57-123309a8e21a" providerId="ADAL" clId="{695A6845-D7CB-40F3-B8D3-26BA2ACD0DF8}" dt="2026-02-06T01:49:51.405" v="1310" actId="26606"/>
          <ac:cxnSpMkLst>
            <pc:docMk/>
            <pc:sldMk cId="3498417872" sldId="259"/>
            <ac:cxnSpMk id="30" creationId="{FC469874-256B-45B3-A79C-7591B4BA1ECC}"/>
          </ac:cxnSpMkLst>
        </pc:cxnChg>
        <pc:cxnChg chg="add del">
          <ac:chgData name="Evan J. Thompson" userId="abd38527-ecfe-449f-bd57-123309a8e21a" providerId="ADAL" clId="{695A6845-D7CB-40F3-B8D3-26BA2ACD0DF8}" dt="2026-02-06T01:51:38.799" v="1369" actId="26606"/>
          <ac:cxnSpMkLst>
            <pc:docMk/>
            <pc:sldMk cId="3498417872" sldId="259"/>
            <ac:cxnSpMk id="49" creationId="{1F16A8D4-FE87-4604-88B2-394B5D1EB437}"/>
          </ac:cxnSpMkLst>
        </pc:cxnChg>
        <pc:cxnChg chg="add del">
          <ac:chgData name="Evan J. Thompson" userId="abd38527-ecfe-449f-bd57-123309a8e21a" providerId="ADAL" clId="{695A6845-D7CB-40F3-B8D3-26BA2ACD0DF8}" dt="2026-02-06T01:51:28.223" v="1351" actId="26606"/>
          <ac:cxnSpMkLst>
            <pc:docMk/>
            <pc:sldMk cId="3498417872" sldId="259"/>
            <ac:cxnSpMk id="57" creationId="{522632D6-DED9-FDEC-FD9F-09FF0A4544CC}"/>
          </ac:cxnSpMkLst>
        </pc:cxnChg>
        <pc:cxnChg chg="add del">
          <ac:chgData name="Evan J. Thompson" userId="abd38527-ecfe-449f-bd57-123309a8e21a" providerId="ADAL" clId="{695A6845-D7CB-40F3-B8D3-26BA2ACD0DF8}" dt="2026-02-06T01:51:38.799" v="1369" actId="26606"/>
          <ac:cxnSpMkLst>
            <pc:docMk/>
            <pc:sldMk cId="3498417872" sldId="259"/>
            <ac:cxnSpMk id="120" creationId="{522632D6-DED9-FDEC-FD9F-09FF0A4544CC}"/>
          </ac:cxnSpMkLst>
        </pc:cxnChg>
      </pc:sldChg>
      <pc:sldChg chg="addSp delSp modSp add mod">
        <pc:chgData name="Evan J. Thompson" userId="abd38527-ecfe-449f-bd57-123309a8e21a" providerId="ADAL" clId="{695A6845-D7CB-40F3-B8D3-26BA2ACD0DF8}" dt="2026-02-06T01:39:29.700" v="647" actId="26606"/>
        <pc:sldMkLst>
          <pc:docMk/>
          <pc:sldMk cId="3240366147" sldId="260"/>
        </pc:sldMkLst>
        <pc:spChg chg="mod">
          <ac:chgData name="Evan J. Thompson" userId="abd38527-ecfe-449f-bd57-123309a8e21a" providerId="ADAL" clId="{695A6845-D7CB-40F3-B8D3-26BA2ACD0DF8}" dt="2026-02-06T01:39:29.700" v="647" actId="26606"/>
          <ac:spMkLst>
            <pc:docMk/>
            <pc:sldMk cId="3240366147" sldId="260"/>
            <ac:spMk id="2" creationId="{FD7173FB-F2EA-440B-9BED-C3BA83DE08EF}"/>
          </ac:spMkLst>
        </pc:spChg>
        <pc:spChg chg="mod">
          <ac:chgData name="Evan J. Thompson" userId="abd38527-ecfe-449f-bd57-123309a8e21a" providerId="ADAL" clId="{695A6845-D7CB-40F3-B8D3-26BA2ACD0DF8}" dt="2026-02-06T01:39:29.700" v="647" actId="26606"/>
          <ac:spMkLst>
            <pc:docMk/>
            <pc:sldMk cId="3240366147" sldId="260"/>
            <ac:spMk id="3" creationId="{FD387E6C-CA9B-633E-6C51-E193262E6511}"/>
          </ac:spMkLst>
        </pc:spChg>
        <pc:spChg chg="del">
          <ac:chgData name="Evan J. Thompson" userId="abd38527-ecfe-449f-bd57-123309a8e21a" providerId="ADAL" clId="{695A6845-D7CB-40F3-B8D3-26BA2ACD0DF8}" dt="2026-02-06T01:39:29.700" v="647" actId="26606"/>
          <ac:spMkLst>
            <pc:docMk/>
            <pc:sldMk cId="3240366147" sldId="260"/>
            <ac:spMk id="30" creationId="{CEE6646A-56BC-C764-A7EE-CE7ADA7FF1F2}"/>
          </ac:spMkLst>
        </pc:spChg>
        <pc:spChg chg="del">
          <ac:chgData name="Evan J. Thompson" userId="abd38527-ecfe-449f-bd57-123309a8e21a" providerId="ADAL" clId="{695A6845-D7CB-40F3-B8D3-26BA2ACD0DF8}" dt="2026-02-06T01:39:29.700" v="647" actId="26606"/>
          <ac:spMkLst>
            <pc:docMk/>
            <pc:sldMk cId="3240366147" sldId="260"/>
            <ac:spMk id="31" creationId="{8AFF8EE1-8ABA-BF9C-EB4F-F9E6F24311E4}"/>
          </ac:spMkLst>
        </pc:spChg>
        <pc:spChg chg="add">
          <ac:chgData name="Evan J. Thompson" userId="abd38527-ecfe-449f-bd57-123309a8e21a" providerId="ADAL" clId="{695A6845-D7CB-40F3-B8D3-26BA2ACD0DF8}" dt="2026-02-06T01:39:29.700" v="647" actId="26606"/>
          <ac:spMkLst>
            <pc:docMk/>
            <pc:sldMk cId="3240366147" sldId="260"/>
            <ac:spMk id="36" creationId="{777A147A-9ED8-46B4-8660-1B3C2AA880B5}"/>
          </ac:spMkLst>
        </pc:spChg>
        <pc:spChg chg="add">
          <ac:chgData name="Evan J. Thompson" userId="abd38527-ecfe-449f-bd57-123309a8e21a" providerId="ADAL" clId="{695A6845-D7CB-40F3-B8D3-26BA2ACD0DF8}" dt="2026-02-06T01:39:29.700" v="647" actId="26606"/>
          <ac:spMkLst>
            <pc:docMk/>
            <pc:sldMk cId="3240366147" sldId="260"/>
            <ac:spMk id="38" creationId="{5D6C15A0-C087-4593-8414-2B4EC1CDC3DE}"/>
          </ac:spMkLst>
        </pc:spChg>
        <pc:picChg chg="del">
          <ac:chgData name="Evan J. Thompson" userId="abd38527-ecfe-449f-bd57-123309a8e21a" providerId="ADAL" clId="{695A6845-D7CB-40F3-B8D3-26BA2ACD0DF8}" dt="2026-02-06T01:39:27.310" v="646" actId="478"/>
          <ac:picMkLst>
            <pc:docMk/>
            <pc:sldMk cId="3240366147" sldId="260"/>
            <ac:picMk id="11" creationId="{EFA796D4-D52D-2B95-88B3-84052EEB8006}"/>
          </ac:picMkLst>
        </pc:picChg>
      </pc:sldChg>
      <pc:sldChg chg="modSp new mod">
        <pc:chgData name="Evan J. Thompson" userId="abd38527-ecfe-449f-bd57-123309a8e21a" providerId="ADAL" clId="{695A6845-D7CB-40F3-B8D3-26BA2ACD0DF8}" dt="2026-02-06T01:44:49.008" v="899" actId="20577"/>
        <pc:sldMkLst>
          <pc:docMk/>
          <pc:sldMk cId="3382725587" sldId="261"/>
        </pc:sldMkLst>
        <pc:spChg chg="mod">
          <ac:chgData name="Evan J. Thompson" userId="abd38527-ecfe-449f-bd57-123309a8e21a" providerId="ADAL" clId="{695A6845-D7CB-40F3-B8D3-26BA2ACD0DF8}" dt="2026-02-06T01:39:38.318" v="658" actId="20577"/>
          <ac:spMkLst>
            <pc:docMk/>
            <pc:sldMk cId="3382725587" sldId="261"/>
            <ac:spMk id="2" creationId="{55EF4C24-40A4-FB6B-9825-E3D86FF42E14}"/>
          </ac:spMkLst>
        </pc:spChg>
        <pc:spChg chg="mod">
          <ac:chgData name="Evan J. Thompson" userId="abd38527-ecfe-449f-bd57-123309a8e21a" providerId="ADAL" clId="{695A6845-D7CB-40F3-B8D3-26BA2ACD0DF8}" dt="2026-02-06T01:44:49.008" v="899" actId="20577"/>
          <ac:spMkLst>
            <pc:docMk/>
            <pc:sldMk cId="3382725587" sldId="261"/>
            <ac:spMk id="3" creationId="{E3A55DDE-50C9-A1AC-255E-A5A95ECDF161}"/>
          </ac:spMkLst>
        </pc:spChg>
      </pc:sldChg>
      <pc:sldChg chg="addSp delSp modSp new mod setBg">
        <pc:chgData name="Evan J. Thompson" userId="abd38527-ecfe-449f-bd57-123309a8e21a" providerId="ADAL" clId="{695A6845-D7CB-40F3-B8D3-26BA2ACD0DF8}" dt="2026-02-06T02:16:26.141" v="2811" actId="26606"/>
        <pc:sldMkLst>
          <pc:docMk/>
          <pc:sldMk cId="3854550684" sldId="262"/>
        </pc:sldMkLst>
        <pc:spChg chg="mod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2" creationId="{5C68E217-3E63-8B2A-EFCF-166696332AA8}"/>
          </ac:spMkLst>
        </pc:spChg>
        <pc:spChg chg="mod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3" creationId="{8BD9E3AD-C8F7-C6E6-A994-AC33CF032B60}"/>
          </ac:spMkLst>
        </pc:spChg>
        <pc:spChg chg="add del mod">
          <ac:chgData name="Evan J. Thompson" userId="abd38527-ecfe-449f-bd57-123309a8e21a" providerId="ADAL" clId="{695A6845-D7CB-40F3-B8D3-26BA2ACD0DF8}" dt="2026-02-06T01:55:19.246" v="1682" actId="478"/>
          <ac:spMkLst>
            <pc:docMk/>
            <pc:sldMk cId="3854550684" sldId="262"/>
            <ac:spMk id="4" creationId="{5EB2E63B-B3E5-F974-C88C-06292EB03018}"/>
          </ac:spMkLst>
        </pc:spChg>
        <pc:spChg chg="add del mod">
          <ac:chgData name="Evan J. Thompson" userId="abd38527-ecfe-449f-bd57-123309a8e21a" providerId="ADAL" clId="{695A6845-D7CB-40F3-B8D3-26BA2ACD0DF8}" dt="2026-02-06T01:55:15.561" v="1679" actId="478"/>
          <ac:spMkLst>
            <pc:docMk/>
            <pc:sldMk cId="3854550684" sldId="262"/>
            <ac:spMk id="5" creationId="{F315625A-27AD-868D-E562-BEA36DB91AF9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8" creationId="{09588DA8-065E-4F6F-8EFD-43104AB2E0CF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10" creationId="{C4285719-470E-454C-AF62-8323075F1F5B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12" creationId="{CD9FE4EF-C4D8-49A0-B2FF-81D8DB7D8A24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14" creationId="{4300840D-0A0B-4512-BACA-B439D5B9C57C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16" creationId="{D2B78728-A580-49A7-84F9-6EF6F583ADE0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18" creationId="{38FAA1A1-D861-433F-88FA-1E9D6FD31D11}"/>
          </ac:spMkLst>
        </pc:spChg>
        <pc:spChg chg="add del">
          <ac:chgData name="Evan J. Thompson" userId="abd38527-ecfe-449f-bd57-123309a8e21a" providerId="ADAL" clId="{695A6845-D7CB-40F3-B8D3-26BA2ACD0DF8}" dt="2026-02-06T02:16:26.141" v="2811" actId="26606"/>
          <ac:spMkLst>
            <pc:docMk/>
            <pc:sldMk cId="3854550684" sldId="262"/>
            <ac:spMk id="20" creationId="{8D71EDA1-87BF-4D5D-AB79-F346FD19278A}"/>
          </ac:spMkLst>
        </pc:spChg>
      </pc:sldChg>
      <pc:sldChg chg="modSp new mod">
        <pc:chgData name="Evan J. Thompson" userId="abd38527-ecfe-449f-bd57-123309a8e21a" providerId="ADAL" clId="{695A6845-D7CB-40F3-B8D3-26BA2ACD0DF8}" dt="2026-02-06T02:01:43.314" v="2346" actId="20577"/>
        <pc:sldMkLst>
          <pc:docMk/>
          <pc:sldMk cId="3660618573" sldId="263"/>
        </pc:sldMkLst>
        <pc:spChg chg="mod">
          <ac:chgData name="Evan J. Thompson" userId="abd38527-ecfe-449f-bd57-123309a8e21a" providerId="ADAL" clId="{695A6845-D7CB-40F3-B8D3-26BA2ACD0DF8}" dt="2026-02-06T02:00:29.292" v="2118" actId="20577"/>
          <ac:spMkLst>
            <pc:docMk/>
            <pc:sldMk cId="3660618573" sldId="263"/>
            <ac:spMk id="2" creationId="{AEE0BDAC-172D-0665-3020-AE94B0F2E67A}"/>
          </ac:spMkLst>
        </pc:spChg>
        <pc:spChg chg="mod">
          <ac:chgData name="Evan J. Thompson" userId="abd38527-ecfe-449f-bd57-123309a8e21a" providerId="ADAL" clId="{695A6845-D7CB-40F3-B8D3-26BA2ACD0DF8}" dt="2026-02-06T02:01:43.314" v="2346" actId="20577"/>
          <ac:spMkLst>
            <pc:docMk/>
            <pc:sldMk cId="3660618573" sldId="263"/>
            <ac:spMk id="3" creationId="{5BECDAC7-3AD9-A028-84F4-7ECB15CEDAE5}"/>
          </ac:spMkLst>
        </pc:spChg>
      </pc:sldChg>
      <pc:sldChg chg="addSp delSp modSp new mod setBg addAnim delAnim">
        <pc:chgData name="Evan J. Thompson" userId="abd38527-ecfe-449f-bd57-123309a8e21a" providerId="ADAL" clId="{695A6845-D7CB-40F3-B8D3-26BA2ACD0DF8}" dt="2026-02-06T02:16:24.293" v="2809" actId="21"/>
        <pc:sldMkLst>
          <pc:docMk/>
          <pc:sldMk cId="131601092" sldId="264"/>
        </pc:sldMkLst>
        <pc:spChg chg="mod">
          <ac:chgData name="Evan J. Thompson" userId="abd38527-ecfe-449f-bd57-123309a8e21a" providerId="ADAL" clId="{695A6845-D7CB-40F3-B8D3-26BA2ACD0DF8}" dt="2026-02-06T02:16:23.670" v="2806" actId="26606"/>
          <ac:spMkLst>
            <pc:docMk/>
            <pc:sldMk cId="131601092" sldId="264"/>
            <ac:spMk id="2" creationId="{095B8E95-FAEB-D991-8F8A-83B40C4DB51C}"/>
          </ac:spMkLst>
        </pc:spChg>
        <pc:spChg chg="mod">
          <ac:chgData name="Evan J. Thompson" userId="abd38527-ecfe-449f-bd57-123309a8e21a" providerId="ADAL" clId="{695A6845-D7CB-40F3-B8D3-26BA2ACD0DF8}" dt="2026-02-06T02:16:23.670" v="2806" actId="26606"/>
          <ac:spMkLst>
            <pc:docMk/>
            <pc:sldMk cId="131601092" sldId="264"/>
            <ac:spMk id="3" creationId="{B0EC6BCE-2B5F-9331-3DD2-E71C126D9086}"/>
          </ac:spMkLst>
        </pc:spChg>
        <pc:spChg chg="add mod">
          <ac:chgData name="Evan J. Thompson" userId="abd38527-ecfe-449f-bd57-123309a8e21a" providerId="ADAL" clId="{695A6845-D7CB-40F3-B8D3-26BA2ACD0DF8}" dt="2026-02-06T02:04:15.227" v="2404" actId="166"/>
          <ac:spMkLst>
            <pc:docMk/>
            <pc:sldMk cId="131601092" sldId="264"/>
            <ac:spMk id="4" creationId="{DB63B939-0B01-B1DB-8A5A-21D5DF97345E}"/>
          </ac:spMkLst>
        </pc:spChg>
        <pc:spChg chg="add del mod">
          <ac:chgData name="Evan J. Thompson" userId="abd38527-ecfe-449f-bd57-123309a8e21a" providerId="ADAL" clId="{695A6845-D7CB-40F3-B8D3-26BA2ACD0DF8}" dt="2026-02-06T02:16:24.137" v="2808" actId="478"/>
          <ac:spMkLst>
            <pc:docMk/>
            <pc:sldMk cId="131601092" sldId="264"/>
            <ac:spMk id="13" creationId="{AF9FD58D-02EF-DA4F-0E50-0DCDB763F78A}"/>
          </ac:spMkLst>
        </pc:spChg>
        <pc:spChg chg="add del mod">
          <ac:chgData name="Evan J. Thompson" userId="abd38527-ecfe-449f-bd57-123309a8e21a" providerId="ADAL" clId="{695A6845-D7CB-40F3-B8D3-26BA2ACD0DF8}" dt="2026-02-06T02:16:24.293" v="2809" actId="21"/>
          <ac:spMkLst>
            <pc:docMk/>
            <pc:sldMk cId="131601092" sldId="264"/>
            <ac:spMk id="14" creationId="{DA6DF8C3-D73E-08CB-7766-0032E856500A}"/>
          </ac:spMkLst>
        </pc:spChg>
        <pc:spChg chg="add del">
          <ac:chgData name="Evan J. Thompson" userId="abd38527-ecfe-449f-bd57-123309a8e21a" providerId="ADAL" clId="{695A6845-D7CB-40F3-B8D3-26BA2ACD0DF8}" dt="2026-02-06T02:08:59.277" v="2416" actId="26606"/>
          <ac:spMkLst>
            <pc:docMk/>
            <pc:sldMk cId="131601092" sldId="264"/>
            <ac:spMk id="17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08:59.277" v="2416" actId="26606"/>
          <ac:spMkLst>
            <pc:docMk/>
            <pc:sldMk cId="131601092" sldId="264"/>
            <ac:spMk id="19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06T02:08:59.277" v="2416" actId="26606"/>
          <ac:spMkLst>
            <pc:docMk/>
            <pc:sldMk cId="131601092" sldId="264"/>
            <ac:spMk id="21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06T02:08:59.277" v="2416" actId="26606"/>
          <ac:spMkLst>
            <pc:docMk/>
            <pc:sldMk cId="131601092" sldId="264"/>
            <ac:spMk id="23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06T02:09:00.031" v="2418" actId="26606"/>
          <ac:spMkLst>
            <pc:docMk/>
            <pc:sldMk cId="131601092" sldId="264"/>
            <ac:spMk id="25" creationId="{8761DDFE-071F-4200-B0AA-394476C2D2D6}"/>
          </ac:spMkLst>
        </pc:spChg>
        <pc:spChg chg="add del">
          <ac:chgData name="Evan J. Thompson" userId="abd38527-ecfe-449f-bd57-123309a8e21a" providerId="ADAL" clId="{695A6845-D7CB-40F3-B8D3-26BA2ACD0DF8}" dt="2026-02-06T02:09:00.950" v="2420" actId="26606"/>
          <ac:spMkLst>
            <pc:docMk/>
            <pc:sldMk cId="131601092" sldId="264"/>
            <ac:spMk id="27" creationId="{61293230-B0F6-45B1-96D1-13D18E242995}"/>
          </ac:spMkLst>
        </pc:spChg>
        <pc:spChg chg="add del">
          <ac:chgData name="Evan J. Thompson" userId="abd38527-ecfe-449f-bd57-123309a8e21a" providerId="ADAL" clId="{695A6845-D7CB-40F3-B8D3-26BA2ACD0DF8}" dt="2026-02-06T02:09:00.950" v="2420" actId="26606"/>
          <ac:spMkLst>
            <pc:docMk/>
            <pc:sldMk cId="131601092" sldId="264"/>
            <ac:spMk id="28" creationId="{0A1E0707-4985-454B-ACE0-4855BB55875E}"/>
          </ac:spMkLst>
        </pc:spChg>
        <pc:spChg chg="add del">
          <ac:chgData name="Evan J. Thompson" userId="abd38527-ecfe-449f-bd57-123309a8e21a" providerId="ADAL" clId="{695A6845-D7CB-40F3-B8D3-26BA2ACD0DF8}" dt="2026-02-06T02:09:02.463" v="2422" actId="26606"/>
          <ac:spMkLst>
            <pc:docMk/>
            <pc:sldMk cId="131601092" sldId="264"/>
            <ac:spMk id="30" creationId="{521C4EA8-6B83-4338-913D-D75D3C4F34D6}"/>
          </ac:spMkLst>
        </pc:spChg>
        <pc:spChg chg="add del">
          <ac:chgData name="Evan J. Thompson" userId="abd38527-ecfe-449f-bd57-123309a8e21a" providerId="ADAL" clId="{695A6845-D7CB-40F3-B8D3-26BA2ACD0DF8}" dt="2026-02-06T02:09:02.463" v="2422" actId="26606"/>
          <ac:spMkLst>
            <pc:docMk/>
            <pc:sldMk cId="131601092" sldId="264"/>
            <ac:spMk id="33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06T02:09:03.937" v="2424" actId="26606"/>
          <ac:spMkLst>
            <pc:docMk/>
            <pc:sldMk cId="131601092" sldId="264"/>
            <ac:spMk id="35" creationId="{D7D03296-BABA-47AD-A5D5-ED156727016E}"/>
          </ac:spMkLst>
        </pc:spChg>
        <pc:spChg chg="add del">
          <ac:chgData name="Evan J. Thompson" userId="abd38527-ecfe-449f-bd57-123309a8e21a" providerId="ADAL" clId="{695A6845-D7CB-40F3-B8D3-26BA2ACD0DF8}" dt="2026-02-06T02:09:03.937" v="2424" actId="26606"/>
          <ac:spMkLst>
            <pc:docMk/>
            <pc:sldMk cId="131601092" sldId="264"/>
            <ac:spMk id="36" creationId="{284A8429-F65A-490D-96E4-1158D3E8A026}"/>
          </ac:spMkLst>
        </pc:spChg>
        <pc:spChg chg="add del">
          <ac:chgData name="Evan J. Thompson" userId="abd38527-ecfe-449f-bd57-123309a8e21a" providerId="ADAL" clId="{695A6845-D7CB-40F3-B8D3-26BA2ACD0DF8}" dt="2026-02-06T02:09:03.937" v="2424" actId="26606"/>
          <ac:spMkLst>
            <pc:docMk/>
            <pc:sldMk cId="131601092" sldId="264"/>
            <ac:spMk id="37" creationId="{0F022291-A82B-4D23-A1E0-5F9BD684669E}"/>
          </ac:spMkLst>
        </pc:spChg>
        <pc:spChg chg="add del">
          <ac:chgData name="Evan J. Thompson" userId="abd38527-ecfe-449f-bd57-123309a8e21a" providerId="ADAL" clId="{695A6845-D7CB-40F3-B8D3-26BA2ACD0DF8}" dt="2026-02-06T02:09:05.865" v="2426" actId="26606"/>
          <ac:spMkLst>
            <pc:docMk/>
            <pc:sldMk cId="131601092" sldId="264"/>
            <ac:spMk id="39" creationId="{521C4EA8-6B83-4338-913D-D75D3C4F34D6}"/>
          </ac:spMkLst>
        </pc:spChg>
        <pc:spChg chg="add del">
          <ac:chgData name="Evan J. Thompson" userId="abd38527-ecfe-449f-bd57-123309a8e21a" providerId="ADAL" clId="{695A6845-D7CB-40F3-B8D3-26BA2ACD0DF8}" dt="2026-02-06T02:09:05.865" v="2426" actId="26606"/>
          <ac:spMkLst>
            <pc:docMk/>
            <pc:sldMk cId="131601092" sldId="264"/>
            <ac:spMk id="42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06T02:09:10.122" v="2429" actId="26606"/>
          <ac:spMkLst>
            <pc:docMk/>
            <pc:sldMk cId="131601092" sldId="264"/>
            <ac:spMk id="44" creationId="{A3329613-8831-4432-A62D-24A970EFC7DB}"/>
          </ac:spMkLst>
        </pc:spChg>
        <pc:spChg chg="add del">
          <ac:chgData name="Evan J. Thompson" userId="abd38527-ecfe-449f-bd57-123309a8e21a" providerId="ADAL" clId="{695A6845-D7CB-40F3-B8D3-26BA2ACD0DF8}" dt="2026-02-06T02:09:10.122" v="2429" actId="26606"/>
          <ac:spMkLst>
            <pc:docMk/>
            <pc:sldMk cId="131601092" sldId="264"/>
            <ac:spMk id="45" creationId="{2A4E0407-A637-4681-B905-C53E4216CE00}"/>
          </ac:spMkLst>
        </pc:spChg>
        <pc:spChg chg="add del">
          <ac:chgData name="Evan J. Thompson" userId="abd38527-ecfe-449f-bd57-123309a8e21a" providerId="ADAL" clId="{695A6845-D7CB-40F3-B8D3-26BA2ACD0DF8}" dt="2026-02-06T02:09:10.776" v="2431" actId="26606"/>
          <ac:spMkLst>
            <pc:docMk/>
            <pc:sldMk cId="131601092" sldId="264"/>
            <ac:spMk id="47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09:10.776" v="2431" actId="26606"/>
          <ac:spMkLst>
            <pc:docMk/>
            <pc:sldMk cId="131601092" sldId="264"/>
            <ac:spMk id="48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06T02:09:10.776" v="2431" actId="26606"/>
          <ac:spMkLst>
            <pc:docMk/>
            <pc:sldMk cId="131601092" sldId="264"/>
            <ac:spMk id="49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06T02:09:10.776" v="2431" actId="26606"/>
          <ac:spMkLst>
            <pc:docMk/>
            <pc:sldMk cId="131601092" sldId="264"/>
            <ac:spMk id="50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06T02:09:11.289" v="2433" actId="26606"/>
          <ac:spMkLst>
            <pc:docMk/>
            <pc:sldMk cId="131601092" sldId="264"/>
            <ac:spMk id="52" creationId="{8761DDFE-071F-4200-B0AA-394476C2D2D6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54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55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56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57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06T02:15:58.627" v="2789" actId="26606"/>
          <ac:spMkLst>
            <pc:docMk/>
            <pc:sldMk cId="131601092" sldId="264"/>
            <ac:spMk id="62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15:58.627" v="2789" actId="26606"/>
          <ac:spMkLst>
            <pc:docMk/>
            <pc:sldMk cId="131601092" sldId="264"/>
            <ac:spMk id="64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06T02:15:58.627" v="2789" actId="26606"/>
          <ac:spMkLst>
            <pc:docMk/>
            <pc:sldMk cId="131601092" sldId="264"/>
            <ac:spMk id="66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06T02:15:58.627" v="2789" actId="26606"/>
          <ac:spMkLst>
            <pc:docMk/>
            <pc:sldMk cId="131601092" sldId="264"/>
            <ac:spMk id="68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06T02:16:04.750" v="2791" actId="26606"/>
          <ac:spMkLst>
            <pc:docMk/>
            <pc:sldMk cId="131601092" sldId="264"/>
            <ac:spMk id="70" creationId="{DC701763-729E-462F-A5A8-E0DEFEB1E2E4}"/>
          </ac:spMkLst>
        </pc:spChg>
        <pc:spChg chg="add del">
          <ac:chgData name="Evan J. Thompson" userId="abd38527-ecfe-449f-bd57-123309a8e21a" providerId="ADAL" clId="{695A6845-D7CB-40F3-B8D3-26BA2ACD0DF8}" dt="2026-02-06T02:16:04.750" v="2791" actId="26606"/>
          <ac:spMkLst>
            <pc:docMk/>
            <pc:sldMk cId="131601092" sldId="264"/>
            <ac:spMk id="71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16:04.750" v="2791" actId="26606"/>
          <ac:spMkLst>
            <pc:docMk/>
            <pc:sldMk cId="131601092" sldId="264"/>
            <ac:spMk id="72" creationId="{AB5E08C4-8CDD-4623-A5B8-E998C6DEE3B7}"/>
          </ac:spMkLst>
        </pc:spChg>
        <pc:spChg chg="add del">
          <ac:chgData name="Evan J. Thompson" userId="abd38527-ecfe-449f-bd57-123309a8e21a" providerId="ADAL" clId="{695A6845-D7CB-40F3-B8D3-26BA2ACD0DF8}" dt="2026-02-06T02:16:04.750" v="2791" actId="26606"/>
          <ac:spMkLst>
            <pc:docMk/>
            <pc:sldMk cId="131601092" sldId="264"/>
            <ac:spMk id="73" creationId="{15F33878-D502-4FFA-8ACE-F2AECDB2A23F}"/>
          </ac:spMkLst>
        </pc:spChg>
        <pc:spChg chg="add del">
          <ac:chgData name="Evan J. Thompson" userId="abd38527-ecfe-449f-bd57-123309a8e21a" providerId="ADAL" clId="{695A6845-D7CB-40F3-B8D3-26BA2ACD0DF8}" dt="2026-02-06T02:16:04.750" v="2791" actId="26606"/>
          <ac:spMkLst>
            <pc:docMk/>
            <pc:sldMk cId="131601092" sldId="264"/>
            <ac:spMk id="74" creationId="{D3539FEE-81D3-4406-802E-60B20B16F4F6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76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77" creationId="{5428AC11-BFDF-42EF-80FF-717BBF909067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78" creationId="{2CC56AF6-38E4-490B-8E2B-1A1037B4EDD4}"/>
          </ac:spMkLst>
        </pc:spChg>
        <pc:spChg chg="add del">
          <ac:chgData name="Evan J. Thompson" userId="abd38527-ecfe-449f-bd57-123309a8e21a" providerId="ADAL" clId="{695A6845-D7CB-40F3-B8D3-26BA2ACD0DF8}" dt="2026-02-06T02:16:23.990" v="2807" actId="26606"/>
          <ac:spMkLst>
            <pc:docMk/>
            <pc:sldMk cId="131601092" sldId="264"/>
            <ac:spMk id="79" creationId="{2339A6F5-AD6A-4D80-8AD9-6290D13AC49F}"/>
          </ac:spMkLst>
        </pc:spChg>
        <pc:spChg chg="add del">
          <ac:chgData name="Evan J. Thompson" userId="abd38527-ecfe-449f-bd57-123309a8e21a" providerId="ADAL" clId="{695A6845-D7CB-40F3-B8D3-26BA2ACD0DF8}" dt="2026-02-06T02:16:16.982" v="2794" actId="26606"/>
          <ac:spMkLst>
            <pc:docMk/>
            <pc:sldMk cId="131601092" sldId="264"/>
            <ac:spMk id="84" creationId="{521C4EA8-6B83-4338-913D-D75D3C4F34D6}"/>
          </ac:spMkLst>
        </pc:spChg>
        <pc:spChg chg="add del">
          <ac:chgData name="Evan J. Thompson" userId="abd38527-ecfe-449f-bd57-123309a8e21a" providerId="ADAL" clId="{695A6845-D7CB-40F3-B8D3-26BA2ACD0DF8}" dt="2026-02-06T02:16:20.513" v="2800" actId="26606"/>
          <ac:spMkLst>
            <pc:docMk/>
            <pc:sldMk cId="131601092" sldId="264"/>
            <ac:spMk id="88" creationId="{5B7D379B-0842-4203-A23B-FABED51E1B7F}"/>
          </ac:spMkLst>
        </pc:spChg>
        <pc:spChg chg="add del">
          <ac:chgData name="Evan J. Thompson" userId="abd38527-ecfe-449f-bd57-123309a8e21a" providerId="ADAL" clId="{695A6845-D7CB-40F3-B8D3-26BA2ACD0DF8}" dt="2026-02-06T02:16:16.982" v="2794" actId="26606"/>
          <ac:spMkLst>
            <pc:docMk/>
            <pc:sldMk cId="131601092" sldId="264"/>
            <ac:spMk id="90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06T02:16:17.735" v="2796" actId="26606"/>
          <ac:spMkLst>
            <pc:docMk/>
            <pc:sldMk cId="131601092" sldId="264"/>
            <ac:spMk id="92" creationId="{B712E947-0734-45F9-9C4F-41114EC3A33E}"/>
          </ac:spMkLst>
        </pc:spChg>
        <pc:spChg chg="add del">
          <ac:chgData name="Evan J. Thompson" userId="abd38527-ecfe-449f-bd57-123309a8e21a" providerId="ADAL" clId="{695A6845-D7CB-40F3-B8D3-26BA2ACD0DF8}" dt="2026-02-06T02:16:17.735" v="2796" actId="26606"/>
          <ac:spMkLst>
            <pc:docMk/>
            <pc:sldMk cId="131601092" sldId="264"/>
            <ac:spMk id="93" creationId="{5A65989E-BBD5-44D7-AA86-7AFD5D46BBC0}"/>
          </ac:spMkLst>
        </pc:spChg>
        <pc:spChg chg="add del">
          <ac:chgData name="Evan J. Thompson" userId="abd38527-ecfe-449f-bd57-123309a8e21a" providerId="ADAL" clId="{695A6845-D7CB-40F3-B8D3-26BA2ACD0DF8}" dt="2026-02-06T02:16:17.735" v="2796" actId="26606"/>
          <ac:spMkLst>
            <pc:docMk/>
            <pc:sldMk cId="131601092" sldId="264"/>
            <ac:spMk id="94" creationId="{231A2881-D8D7-4A7D-ACA3-E9F849F853D8}"/>
          </ac:spMkLst>
        </pc:spChg>
        <pc:spChg chg="add del">
          <ac:chgData name="Evan J. Thompson" userId="abd38527-ecfe-449f-bd57-123309a8e21a" providerId="ADAL" clId="{695A6845-D7CB-40F3-B8D3-26BA2ACD0DF8}" dt="2026-02-06T02:16:19.359" v="2798" actId="26606"/>
          <ac:spMkLst>
            <pc:docMk/>
            <pc:sldMk cId="131601092" sldId="264"/>
            <ac:spMk id="96" creationId="{AE47195D-EC06-4298-8805-0F0D65997676}"/>
          </ac:spMkLst>
        </pc:spChg>
        <pc:spChg chg="add del">
          <ac:chgData name="Evan J. Thompson" userId="abd38527-ecfe-449f-bd57-123309a8e21a" providerId="ADAL" clId="{695A6845-D7CB-40F3-B8D3-26BA2ACD0DF8}" dt="2026-02-06T02:16:19.359" v="2798" actId="26606"/>
          <ac:spMkLst>
            <pc:docMk/>
            <pc:sldMk cId="131601092" sldId="264"/>
            <ac:spMk id="97" creationId="{99413ED5-9ED4-4772-BCE4-2BCAE6B12E35}"/>
          </ac:spMkLst>
        </pc:spChg>
        <pc:spChg chg="add del">
          <ac:chgData name="Evan J. Thompson" userId="abd38527-ecfe-449f-bd57-123309a8e21a" providerId="ADAL" clId="{695A6845-D7CB-40F3-B8D3-26BA2ACD0DF8}" dt="2026-02-06T02:16:19.359" v="2798" actId="26606"/>
          <ac:spMkLst>
            <pc:docMk/>
            <pc:sldMk cId="131601092" sldId="264"/>
            <ac:spMk id="98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06T02:16:19.359" v="2798" actId="26606"/>
          <ac:spMkLst>
            <pc:docMk/>
            <pc:sldMk cId="131601092" sldId="264"/>
            <ac:spMk id="99" creationId="{90F533E9-6690-41A8-A372-4C6C622D028D}"/>
          </ac:spMkLst>
        </pc:spChg>
        <pc:spChg chg="add del">
          <ac:chgData name="Evan J. Thompson" userId="abd38527-ecfe-449f-bd57-123309a8e21a" providerId="ADAL" clId="{695A6845-D7CB-40F3-B8D3-26BA2ACD0DF8}" dt="2026-02-06T02:16:20.513" v="2800" actId="26606"/>
          <ac:spMkLst>
            <pc:docMk/>
            <pc:sldMk cId="131601092" sldId="264"/>
            <ac:spMk id="101" creationId="{455C8229-458B-483E-A9DE-AAAD8EEFEFA9}"/>
          </ac:spMkLst>
        </pc:spChg>
        <pc:spChg chg="add del">
          <ac:chgData name="Evan J. Thompson" userId="abd38527-ecfe-449f-bd57-123309a8e21a" providerId="ADAL" clId="{695A6845-D7CB-40F3-B8D3-26BA2ACD0DF8}" dt="2026-02-06T02:16:20.513" v="2800" actId="26606"/>
          <ac:spMkLst>
            <pc:docMk/>
            <pc:sldMk cId="131601092" sldId="264"/>
            <ac:spMk id="102" creationId="{DD0AED3C-9941-44F2-8730-4D6DAD4E0F1D}"/>
          </ac:spMkLst>
        </pc:spChg>
        <pc:spChg chg="add del">
          <ac:chgData name="Evan J. Thompson" userId="abd38527-ecfe-449f-bd57-123309a8e21a" providerId="ADAL" clId="{695A6845-D7CB-40F3-B8D3-26BA2ACD0DF8}" dt="2026-02-06T02:16:20.513" v="2800" actId="26606"/>
          <ac:spMkLst>
            <pc:docMk/>
            <pc:sldMk cId="131601092" sldId="264"/>
            <ac:spMk id="103" creationId="{EBD1E24A-BF09-4A6C-AAD2-AE3FCA2159A8}"/>
          </ac:spMkLst>
        </pc:spChg>
        <pc:spChg chg="add del">
          <ac:chgData name="Evan J. Thompson" userId="abd38527-ecfe-449f-bd57-123309a8e21a" providerId="ADAL" clId="{695A6845-D7CB-40F3-B8D3-26BA2ACD0DF8}" dt="2026-02-06T02:16:21.401" v="2802" actId="26606"/>
          <ac:spMkLst>
            <pc:docMk/>
            <pc:sldMk cId="131601092" sldId="264"/>
            <ac:spMk id="107" creationId="{AE47195D-EC06-4298-8805-0F0D65997676}"/>
          </ac:spMkLst>
        </pc:spChg>
        <pc:spChg chg="add del">
          <ac:chgData name="Evan J. Thompson" userId="abd38527-ecfe-449f-bd57-123309a8e21a" providerId="ADAL" clId="{695A6845-D7CB-40F3-B8D3-26BA2ACD0DF8}" dt="2026-02-06T02:16:21.401" v="2802" actId="26606"/>
          <ac:spMkLst>
            <pc:docMk/>
            <pc:sldMk cId="131601092" sldId="264"/>
            <ac:spMk id="108" creationId="{99413ED5-9ED4-4772-BCE4-2BCAE6B12E35}"/>
          </ac:spMkLst>
        </pc:spChg>
        <pc:spChg chg="add del">
          <ac:chgData name="Evan J. Thompson" userId="abd38527-ecfe-449f-bd57-123309a8e21a" providerId="ADAL" clId="{695A6845-D7CB-40F3-B8D3-26BA2ACD0DF8}" dt="2026-02-06T02:16:21.401" v="2802" actId="26606"/>
          <ac:spMkLst>
            <pc:docMk/>
            <pc:sldMk cId="131601092" sldId="264"/>
            <ac:spMk id="109" creationId="{04357C93-F0CB-4A1C-8F77-4E9063789819}"/>
          </ac:spMkLst>
        </pc:spChg>
        <pc:spChg chg="add del">
          <ac:chgData name="Evan J. Thompson" userId="abd38527-ecfe-449f-bd57-123309a8e21a" providerId="ADAL" clId="{695A6845-D7CB-40F3-B8D3-26BA2ACD0DF8}" dt="2026-02-06T02:16:21.401" v="2802" actId="26606"/>
          <ac:spMkLst>
            <pc:docMk/>
            <pc:sldMk cId="131601092" sldId="264"/>
            <ac:spMk id="110" creationId="{90F533E9-6690-41A8-A372-4C6C622D028D}"/>
          </ac:spMkLst>
        </pc:spChg>
        <pc:spChg chg="add del">
          <ac:chgData name="Evan J. Thompson" userId="abd38527-ecfe-449f-bd57-123309a8e21a" providerId="ADAL" clId="{695A6845-D7CB-40F3-B8D3-26BA2ACD0DF8}" dt="2026-02-06T02:16:22.072" v="2804" actId="26606"/>
          <ac:spMkLst>
            <pc:docMk/>
            <pc:sldMk cId="131601092" sldId="264"/>
            <ac:spMk id="112" creationId="{2D1E0961-B1A5-4EE5-8269-4E32AD166959}"/>
          </ac:spMkLst>
        </pc:spChg>
        <pc:spChg chg="add del">
          <ac:chgData name="Evan J. Thompson" userId="abd38527-ecfe-449f-bd57-123309a8e21a" providerId="ADAL" clId="{695A6845-D7CB-40F3-B8D3-26BA2ACD0DF8}" dt="2026-02-06T02:16:22.072" v="2804" actId="26606"/>
          <ac:spMkLst>
            <pc:docMk/>
            <pc:sldMk cId="131601092" sldId="264"/>
            <ac:spMk id="114" creationId="{51D1E9AA-E8CA-4ECD-AB1B-3BFA82FE13DC}"/>
          </ac:spMkLst>
        </pc:spChg>
        <pc:spChg chg="add del">
          <ac:chgData name="Evan J. Thompson" userId="abd38527-ecfe-449f-bd57-123309a8e21a" providerId="ADAL" clId="{695A6845-D7CB-40F3-B8D3-26BA2ACD0DF8}" dt="2026-02-06T02:16:22.072" v="2804" actId="26606"/>
          <ac:spMkLst>
            <pc:docMk/>
            <pc:sldMk cId="131601092" sldId="264"/>
            <ac:spMk id="115" creationId="{CF9694D5-D13A-476F-B1A8-BC83A0A7BC39}"/>
          </ac:spMkLst>
        </pc:spChg>
        <pc:spChg chg="add del">
          <ac:chgData name="Evan J. Thompson" userId="abd38527-ecfe-449f-bd57-123309a8e21a" providerId="ADAL" clId="{695A6845-D7CB-40F3-B8D3-26BA2ACD0DF8}" dt="2026-02-06T02:16:22.072" v="2804" actId="26606"/>
          <ac:spMkLst>
            <pc:docMk/>
            <pc:sldMk cId="131601092" sldId="264"/>
            <ac:spMk id="116" creationId="{190DDC90-6406-4FB1-9AB3-906EB2C407FA}"/>
          </ac:spMkLst>
        </pc:spChg>
        <pc:spChg chg="add del">
          <ac:chgData name="Evan J. Thompson" userId="abd38527-ecfe-449f-bd57-123309a8e21a" providerId="ADAL" clId="{695A6845-D7CB-40F3-B8D3-26BA2ACD0DF8}" dt="2026-02-06T02:16:23.670" v="2806" actId="26606"/>
          <ac:spMkLst>
            <pc:docMk/>
            <pc:sldMk cId="131601092" sldId="264"/>
            <ac:spMk id="120" creationId="{2151139A-886F-4B97-8815-729AD3831BBD}"/>
          </ac:spMkLst>
        </pc:spChg>
        <pc:spChg chg="add del">
          <ac:chgData name="Evan J. Thompson" userId="abd38527-ecfe-449f-bd57-123309a8e21a" providerId="ADAL" clId="{695A6845-D7CB-40F3-B8D3-26BA2ACD0DF8}" dt="2026-02-06T02:16:23.670" v="2806" actId="26606"/>
          <ac:spMkLst>
            <pc:docMk/>
            <pc:sldMk cId="131601092" sldId="264"/>
            <ac:spMk id="121" creationId="{AB5E08C4-8CDD-4623-A5B8-E998C6DEE3B7}"/>
          </ac:spMkLst>
        </pc:spChg>
        <pc:spChg chg="add del">
          <ac:chgData name="Evan J. Thompson" userId="abd38527-ecfe-449f-bd57-123309a8e21a" providerId="ADAL" clId="{695A6845-D7CB-40F3-B8D3-26BA2ACD0DF8}" dt="2026-02-06T02:16:23.670" v="2806" actId="26606"/>
          <ac:spMkLst>
            <pc:docMk/>
            <pc:sldMk cId="131601092" sldId="264"/>
            <ac:spMk id="122" creationId="{15F33878-D502-4FFA-8ACE-F2AECDB2A23F}"/>
          </ac:spMkLst>
        </pc:spChg>
        <pc:spChg chg="add del">
          <ac:chgData name="Evan J. Thompson" userId="abd38527-ecfe-449f-bd57-123309a8e21a" providerId="ADAL" clId="{695A6845-D7CB-40F3-B8D3-26BA2ACD0DF8}" dt="2026-02-06T02:16:23.670" v="2806" actId="26606"/>
          <ac:spMkLst>
            <pc:docMk/>
            <pc:sldMk cId="131601092" sldId="264"/>
            <ac:spMk id="124" creationId="{DC701763-729E-462F-A5A8-E0DEFEB1E2E4}"/>
          </ac:spMkLst>
        </pc:spChg>
        <pc:grpChg chg="add del">
          <ac:chgData name="Evan J. Thompson" userId="abd38527-ecfe-449f-bd57-123309a8e21a" providerId="ADAL" clId="{695A6845-D7CB-40F3-B8D3-26BA2ACD0DF8}" dt="2026-02-06T02:09:02.463" v="2422" actId="26606"/>
          <ac:grpSpMkLst>
            <pc:docMk/>
            <pc:sldMk cId="131601092" sldId="264"/>
            <ac:grpSpMk id="31" creationId="{3AF6A671-C637-4547-85F4-51B6D1881399}"/>
          </ac:grpSpMkLst>
        </pc:grpChg>
        <pc:grpChg chg="add del">
          <ac:chgData name="Evan J. Thompson" userId="abd38527-ecfe-449f-bd57-123309a8e21a" providerId="ADAL" clId="{695A6845-D7CB-40F3-B8D3-26BA2ACD0DF8}" dt="2026-02-06T02:09:05.865" v="2426" actId="26606"/>
          <ac:grpSpMkLst>
            <pc:docMk/>
            <pc:sldMk cId="131601092" sldId="264"/>
            <ac:grpSpMk id="40" creationId="{3AF6A671-C637-4547-85F4-51B6D1881399}"/>
          </ac:grpSpMkLst>
        </pc:grpChg>
        <pc:picChg chg="add del mod">
          <ac:chgData name="Evan J. Thompson" userId="abd38527-ecfe-449f-bd57-123309a8e21a" providerId="ADAL" clId="{695A6845-D7CB-40F3-B8D3-26BA2ACD0DF8}" dt="2026-02-06T02:04:56.969" v="2411" actId="478"/>
          <ac:picMkLst>
            <pc:docMk/>
            <pc:sldMk cId="131601092" sldId="264"/>
            <ac:picMk id="6" creationId="{A3BA840D-640E-D108-9D26-863CE439A554}"/>
          </ac:picMkLst>
        </pc:picChg>
        <pc:picChg chg="add del mod">
          <ac:chgData name="Evan J. Thompson" userId="abd38527-ecfe-449f-bd57-123309a8e21a" providerId="ADAL" clId="{695A6845-D7CB-40F3-B8D3-26BA2ACD0DF8}" dt="2026-02-06T02:04:56.318" v="2410" actId="478"/>
          <ac:picMkLst>
            <pc:docMk/>
            <pc:sldMk cId="131601092" sldId="264"/>
            <ac:picMk id="8" creationId="{C0899A57-E6D0-8511-339D-50B835E50DDF}"/>
          </ac:picMkLst>
        </pc:picChg>
        <pc:picChg chg="add mod ord">
          <ac:chgData name="Evan J. Thompson" userId="abd38527-ecfe-449f-bd57-123309a8e21a" providerId="ADAL" clId="{695A6845-D7CB-40F3-B8D3-26BA2ACD0DF8}" dt="2026-02-06T02:16:17.735" v="2796" actId="26606"/>
          <ac:picMkLst>
            <pc:docMk/>
            <pc:sldMk cId="131601092" sldId="264"/>
            <ac:picMk id="10" creationId="{5050EE55-488C-5383-8559-25F950A00AF3}"/>
          </ac:picMkLst>
        </pc:picChg>
        <pc:picChg chg="add mod ord">
          <ac:chgData name="Evan J. Thompson" userId="abd38527-ecfe-449f-bd57-123309a8e21a" providerId="ADAL" clId="{695A6845-D7CB-40F3-B8D3-26BA2ACD0DF8}" dt="2026-02-06T02:16:16.990" v="2795" actId="26606"/>
          <ac:picMkLst>
            <pc:docMk/>
            <pc:sldMk cId="131601092" sldId="264"/>
            <ac:picMk id="12" creationId="{D039A523-CAAC-37E4-7EE1-9DA9F6B67280}"/>
          </ac:picMkLst>
        </pc:picChg>
      </pc:sldChg>
      <pc:sldChg chg="addSp delSp modSp new mod setBg">
        <pc:chgData name="Evan J. Thompson" userId="abd38527-ecfe-449f-bd57-123309a8e21a" providerId="ADAL" clId="{695A6845-D7CB-40F3-B8D3-26BA2ACD0DF8}" dt="2026-02-06T03:26:34.596" v="4123" actId="33524"/>
        <pc:sldMkLst>
          <pc:docMk/>
          <pc:sldMk cId="1169977348" sldId="265"/>
        </pc:sldMkLst>
        <pc:spChg chg="mod">
          <ac:chgData name="Evan J. Thompson" userId="abd38527-ecfe-449f-bd57-123309a8e21a" providerId="ADAL" clId="{695A6845-D7CB-40F3-B8D3-26BA2ACD0DF8}" dt="2026-02-06T02:14:56.144" v="2784" actId="26606"/>
          <ac:spMkLst>
            <pc:docMk/>
            <pc:sldMk cId="1169977348" sldId="265"/>
            <ac:spMk id="2" creationId="{3C8F82A1-3AB0-E6A2-7876-9EC655135187}"/>
          </ac:spMkLst>
        </pc:spChg>
        <pc:spChg chg="mod">
          <ac:chgData name="Evan J. Thompson" userId="abd38527-ecfe-449f-bd57-123309a8e21a" providerId="ADAL" clId="{695A6845-D7CB-40F3-B8D3-26BA2ACD0DF8}" dt="2026-02-06T03:26:34.596" v="4123" actId="33524"/>
          <ac:spMkLst>
            <pc:docMk/>
            <pc:sldMk cId="1169977348" sldId="265"/>
            <ac:spMk id="3" creationId="{A64FFB64-4173-712E-F489-8F5DC67EF219}"/>
          </ac:spMkLst>
        </pc:spChg>
        <pc:spChg chg="add del">
          <ac:chgData name="Evan J. Thompson" userId="abd38527-ecfe-449f-bd57-123309a8e21a" providerId="ADAL" clId="{695A6845-D7CB-40F3-B8D3-26BA2ACD0DF8}" dt="2026-02-06T02:14:56.144" v="2784" actId="26606"/>
          <ac:spMkLst>
            <pc:docMk/>
            <pc:sldMk cId="1169977348" sldId="265"/>
            <ac:spMk id="10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14:56.144" v="2784" actId="26606"/>
          <ac:spMkLst>
            <pc:docMk/>
            <pc:sldMk cId="1169977348" sldId="265"/>
            <ac:spMk id="12" creationId="{CD8B4F24-440B-49E9-B85D-733523DC064B}"/>
          </ac:spMkLst>
        </pc:spChg>
        <pc:spChg chg="add">
          <ac:chgData name="Evan J. Thompson" userId="abd38527-ecfe-449f-bd57-123309a8e21a" providerId="ADAL" clId="{695A6845-D7CB-40F3-B8D3-26BA2ACD0DF8}" dt="2026-02-06T02:14:56.144" v="2784" actId="26606"/>
          <ac:spMkLst>
            <pc:docMk/>
            <pc:sldMk cId="1169977348" sldId="265"/>
            <ac:spMk id="17" creationId="{743AA782-23D1-4521-8CAD-47662984AA08}"/>
          </ac:spMkLst>
        </pc:spChg>
        <pc:spChg chg="add">
          <ac:chgData name="Evan J. Thompson" userId="abd38527-ecfe-449f-bd57-123309a8e21a" providerId="ADAL" clId="{695A6845-D7CB-40F3-B8D3-26BA2ACD0DF8}" dt="2026-02-06T02:14:56.144" v="2784" actId="26606"/>
          <ac:spMkLst>
            <pc:docMk/>
            <pc:sldMk cId="1169977348" sldId="265"/>
            <ac:spMk id="19" creationId="{71877DBC-BB60-40F0-AC93-2ACDBAAE60CE}"/>
          </ac:spMkLst>
        </pc:spChg>
        <pc:picChg chg="add del mod">
          <ac:chgData name="Evan J. Thompson" userId="abd38527-ecfe-449f-bd57-123309a8e21a" providerId="ADAL" clId="{695A6845-D7CB-40F3-B8D3-26BA2ACD0DF8}" dt="2026-02-06T02:14:34.338" v="2782" actId="478"/>
          <ac:picMkLst>
            <pc:docMk/>
            <pc:sldMk cId="1169977348" sldId="265"/>
            <ac:picMk id="5" creationId="{85F9339D-7ACD-B71A-D038-E75029A52506}"/>
          </ac:picMkLst>
        </pc:picChg>
        <pc:picChg chg="add mod">
          <ac:chgData name="Evan J. Thompson" userId="abd38527-ecfe-449f-bd57-123309a8e21a" providerId="ADAL" clId="{695A6845-D7CB-40F3-B8D3-26BA2ACD0DF8}" dt="2026-02-06T02:14:56.144" v="2784" actId="26606"/>
          <ac:picMkLst>
            <pc:docMk/>
            <pc:sldMk cId="1169977348" sldId="265"/>
            <ac:picMk id="7" creationId="{ACFB0807-5438-7DE3-E847-4002C8ECEFE7}"/>
          </ac:picMkLst>
        </pc:picChg>
      </pc:sldChg>
      <pc:sldChg chg="addSp delSp modSp new mod setBg">
        <pc:chgData name="Evan J. Thompson" userId="abd38527-ecfe-449f-bd57-123309a8e21a" providerId="ADAL" clId="{695A6845-D7CB-40F3-B8D3-26BA2ACD0DF8}" dt="2026-02-06T02:24:27.458" v="3420" actId="20577"/>
        <pc:sldMkLst>
          <pc:docMk/>
          <pc:sldMk cId="2293494060" sldId="266"/>
        </pc:sldMkLst>
        <pc:spChg chg="mod ord">
          <ac:chgData name="Evan J. Thompson" userId="abd38527-ecfe-449f-bd57-123309a8e21a" providerId="ADAL" clId="{695A6845-D7CB-40F3-B8D3-26BA2ACD0DF8}" dt="2026-02-06T02:23:29.267" v="3364" actId="26606"/>
          <ac:spMkLst>
            <pc:docMk/>
            <pc:sldMk cId="2293494060" sldId="266"/>
            <ac:spMk id="2" creationId="{56DF17DA-1C16-4639-5A75-142F974C48D0}"/>
          </ac:spMkLst>
        </pc:spChg>
        <pc:spChg chg="del">
          <ac:chgData name="Evan J. Thompson" userId="abd38527-ecfe-449f-bd57-123309a8e21a" providerId="ADAL" clId="{695A6845-D7CB-40F3-B8D3-26BA2ACD0DF8}" dt="2026-02-06T02:20:09.713" v="2849" actId="22"/>
          <ac:spMkLst>
            <pc:docMk/>
            <pc:sldMk cId="2293494060" sldId="266"/>
            <ac:spMk id="3" creationId="{8A785C97-F7B5-D4C8-2663-DD032E409F49}"/>
          </ac:spMkLst>
        </pc:spChg>
        <pc:spChg chg="add mod">
          <ac:chgData name="Evan J. Thompson" userId="abd38527-ecfe-449f-bd57-123309a8e21a" providerId="ADAL" clId="{695A6845-D7CB-40F3-B8D3-26BA2ACD0DF8}" dt="2026-02-06T02:24:27.458" v="3420" actId="20577"/>
          <ac:spMkLst>
            <pc:docMk/>
            <pc:sldMk cId="2293494060" sldId="266"/>
            <ac:spMk id="6" creationId="{085E46F1-FA1A-A333-E750-D064C043B787}"/>
          </ac:spMkLst>
        </pc:spChg>
        <pc:spChg chg="add del">
          <ac:chgData name="Evan J. Thompson" userId="abd38527-ecfe-449f-bd57-123309a8e21a" providerId="ADAL" clId="{695A6845-D7CB-40F3-B8D3-26BA2ACD0DF8}" dt="2026-02-06T02:21:49.832" v="3182" actId="26606"/>
          <ac:spMkLst>
            <pc:docMk/>
            <pc:sldMk cId="2293494060" sldId="266"/>
            <ac:spMk id="11" creationId="{058A14AF-9FB5-4CC7-BA35-E8E85D3EDF0E}"/>
          </ac:spMkLst>
        </pc:spChg>
        <pc:spChg chg="add del">
          <ac:chgData name="Evan J. Thompson" userId="abd38527-ecfe-449f-bd57-123309a8e21a" providerId="ADAL" clId="{695A6845-D7CB-40F3-B8D3-26BA2ACD0DF8}" dt="2026-02-06T02:21:49.832" v="3182" actId="26606"/>
          <ac:spMkLst>
            <pc:docMk/>
            <pc:sldMk cId="2293494060" sldId="266"/>
            <ac:spMk id="13" creationId="{3A9A4357-BD1D-4622-A4FE-766E6AB8DE84}"/>
          </ac:spMkLst>
        </pc:spChg>
        <pc:spChg chg="add del">
          <ac:chgData name="Evan J. Thompson" userId="abd38527-ecfe-449f-bd57-123309a8e21a" providerId="ADAL" clId="{695A6845-D7CB-40F3-B8D3-26BA2ACD0DF8}" dt="2026-02-06T02:21:49.832" v="3182" actId="26606"/>
          <ac:spMkLst>
            <pc:docMk/>
            <pc:sldMk cId="2293494060" sldId="266"/>
            <ac:spMk id="15" creationId="{E659831F-0D9A-4C63-9EBB-8435B85A440F}"/>
          </ac:spMkLst>
        </pc:spChg>
        <pc:spChg chg="add del">
          <ac:chgData name="Evan J. Thompson" userId="abd38527-ecfe-449f-bd57-123309a8e21a" providerId="ADAL" clId="{695A6845-D7CB-40F3-B8D3-26BA2ACD0DF8}" dt="2026-02-06T02:21:49.832" v="3182" actId="26606"/>
          <ac:spMkLst>
            <pc:docMk/>
            <pc:sldMk cId="2293494060" sldId="266"/>
            <ac:spMk id="17" creationId="{E6995CE5-F890-4ABA-82A2-26507CE8D2A3}"/>
          </ac:spMkLst>
        </pc:spChg>
        <pc:spChg chg="add del">
          <ac:chgData name="Evan J. Thompson" userId="abd38527-ecfe-449f-bd57-123309a8e21a" providerId="ADAL" clId="{695A6845-D7CB-40F3-B8D3-26BA2ACD0DF8}" dt="2026-02-06T02:21:50.872" v="3184" actId="26606"/>
          <ac:spMkLst>
            <pc:docMk/>
            <pc:sldMk cId="2293494060" sldId="266"/>
            <ac:spMk id="19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21:50.872" v="3184" actId="26606"/>
          <ac:spMkLst>
            <pc:docMk/>
            <pc:sldMk cId="2293494060" sldId="266"/>
            <ac:spMk id="20" creationId="{CD8B4F24-440B-49E9-B85D-733523DC064B}"/>
          </ac:spMkLst>
        </pc:spChg>
        <pc:spChg chg="add del">
          <ac:chgData name="Evan J. Thompson" userId="abd38527-ecfe-449f-bd57-123309a8e21a" providerId="ADAL" clId="{695A6845-D7CB-40F3-B8D3-26BA2ACD0DF8}" dt="2026-02-06T02:21:51.699" v="3186" actId="26606"/>
          <ac:spMkLst>
            <pc:docMk/>
            <pc:sldMk cId="2293494060" sldId="266"/>
            <ac:spMk id="22" creationId="{FFB60E8C-7224-44A4-87A0-46A1711DD2ED}"/>
          </ac:spMkLst>
        </pc:spChg>
        <pc:spChg chg="add del">
          <ac:chgData name="Evan J. Thompson" userId="abd38527-ecfe-449f-bd57-123309a8e21a" providerId="ADAL" clId="{695A6845-D7CB-40F3-B8D3-26BA2ACD0DF8}" dt="2026-02-06T02:21:51.699" v="3186" actId="26606"/>
          <ac:spMkLst>
            <pc:docMk/>
            <pc:sldMk cId="2293494060" sldId="266"/>
            <ac:spMk id="23" creationId="{5DA32751-37A2-45C0-BE94-63D375E27003}"/>
          </ac:spMkLst>
        </pc:spChg>
        <pc:spChg chg="add del">
          <ac:chgData name="Evan J. Thompson" userId="abd38527-ecfe-449f-bd57-123309a8e21a" providerId="ADAL" clId="{695A6845-D7CB-40F3-B8D3-26BA2ACD0DF8}" dt="2026-02-06T02:21:51.699" v="3186" actId="26606"/>
          <ac:spMkLst>
            <pc:docMk/>
            <pc:sldMk cId="2293494060" sldId="266"/>
            <ac:spMk id="24" creationId="{E659831F-0D9A-4C63-9EBB-8435B85A440F}"/>
          </ac:spMkLst>
        </pc:spChg>
        <pc:spChg chg="add del">
          <ac:chgData name="Evan J. Thompson" userId="abd38527-ecfe-449f-bd57-123309a8e21a" providerId="ADAL" clId="{695A6845-D7CB-40F3-B8D3-26BA2ACD0DF8}" dt="2026-02-06T02:21:51.699" v="3186" actId="26606"/>
          <ac:spMkLst>
            <pc:docMk/>
            <pc:sldMk cId="2293494060" sldId="266"/>
            <ac:spMk id="25" creationId="{5A55FBCD-CD42-40F5-8A1B-3203F9CAEEAA}"/>
          </ac:spMkLst>
        </pc:spChg>
        <pc:spChg chg="add del">
          <ac:chgData name="Evan J. Thompson" userId="abd38527-ecfe-449f-bd57-123309a8e21a" providerId="ADAL" clId="{695A6845-D7CB-40F3-B8D3-26BA2ACD0DF8}" dt="2026-02-06T02:21:54.906" v="3188" actId="26606"/>
          <ac:spMkLst>
            <pc:docMk/>
            <pc:sldMk cId="2293494060" sldId="266"/>
            <ac:spMk id="27" creationId="{058A14AF-9FB5-4CC7-BA35-E8E85D3EDF0E}"/>
          </ac:spMkLst>
        </pc:spChg>
        <pc:spChg chg="add del">
          <ac:chgData name="Evan J. Thompson" userId="abd38527-ecfe-449f-bd57-123309a8e21a" providerId="ADAL" clId="{695A6845-D7CB-40F3-B8D3-26BA2ACD0DF8}" dt="2026-02-06T02:21:54.906" v="3188" actId="26606"/>
          <ac:spMkLst>
            <pc:docMk/>
            <pc:sldMk cId="2293494060" sldId="266"/>
            <ac:spMk id="28" creationId="{3A9A4357-BD1D-4622-A4FE-766E6AB8DE84}"/>
          </ac:spMkLst>
        </pc:spChg>
        <pc:spChg chg="add del">
          <ac:chgData name="Evan J. Thompson" userId="abd38527-ecfe-449f-bd57-123309a8e21a" providerId="ADAL" clId="{695A6845-D7CB-40F3-B8D3-26BA2ACD0DF8}" dt="2026-02-06T02:21:54.906" v="3188" actId="26606"/>
          <ac:spMkLst>
            <pc:docMk/>
            <pc:sldMk cId="2293494060" sldId="266"/>
            <ac:spMk id="29" creationId="{E659831F-0D9A-4C63-9EBB-8435B85A440F}"/>
          </ac:spMkLst>
        </pc:spChg>
        <pc:spChg chg="add del">
          <ac:chgData name="Evan J. Thompson" userId="abd38527-ecfe-449f-bd57-123309a8e21a" providerId="ADAL" clId="{695A6845-D7CB-40F3-B8D3-26BA2ACD0DF8}" dt="2026-02-06T02:21:54.906" v="3188" actId="26606"/>
          <ac:spMkLst>
            <pc:docMk/>
            <pc:sldMk cId="2293494060" sldId="266"/>
            <ac:spMk id="30" creationId="{E6995CE5-F890-4ABA-82A2-26507CE8D2A3}"/>
          </ac:spMkLst>
        </pc:spChg>
        <pc:spChg chg="add del">
          <ac:chgData name="Evan J. Thompson" userId="abd38527-ecfe-449f-bd57-123309a8e21a" providerId="ADAL" clId="{695A6845-D7CB-40F3-B8D3-26BA2ACD0DF8}" dt="2026-02-06T02:21:57.964" v="3190" actId="26606"/>
          <ac:spMkLst>
            <pc:docMk/>
            <pc:sldMk cId="2293494060" sldId="266"/>
            <ac:spMk id="32" creationId="{0288C6B4-AFC3-407F-A595-EFFD38D4CCAF}"/>
          </ac:spMkLst>
        </pc:spChg>
        <pc:spChg chg="add del">
          <ac:chgData name="Evan J. Thompson" userId="abd38527-ecfe-449f-bd57-123309a8e21a" providerId="ADAL" clId="{695A6845-D7CB-40F3-B8D3-26BA2ACD0DF8}" dt="2026-02-06T02:21:57.964" v="3190" actId="26606"/>
          <ac:spMkLst>
            <pc:docMk/>
            <pc:sldMk cId="2293494060" sldId="266"/>
            <ac:spMk id="33" creationId="{CF236821-17FE-429B-8D2C-08E13A64EA40}"/>
          </ac:spMkLst>
        </pc:spChg>
        <pc:spChg chg="add del">
          <ac:chgData name="Evan J. Thompson" userId="abd38527-ecfe-449f-bd57-123309a8e21a" providerId="ADAL" clId="{695A6845-D7CB-40F3-B8D3-26BA2ACD0DF8}" dt="2026-02-06T02:21:57.964" v="3190" actId="26606"/>
          <ac:spMkLst>
            <pc:docMk/>
            <pc:sldMk cId="2293494060" sldId="266"/>
            <ac:spMk id="34" creationId="{C0BDBCD2-E081-43AB-9119-C55465E59757}"/>
          </ac:spMkLst>
        </pc:spChg>
        <pc:spChg chg="add del">
          <ac:chgData name="Evan J. Thompson" userId="abd38527-ecfe-449f-bd57-123309a8e21a" providerId="ADAL" clId="{695A6845-D7CB-40F3-B8D3-26BA2ACD0DF8}" dt="2026-02-06T02:21:57.964" v="3190" actId="26606"/>
          <ac:spMkLst>
            <pc:docMk/>
            <pc:sldMk cId="2293494060" sldId="266"/>
            <ac:spMk id="35" creationId="{98E79BE4-34FE-485A-98A5-92CE8F7C4743}"/>
          </ac:spMkLst>
        </pc:spChg>
        <pc:spChg chg="add del">
          <ac:chgData name="Evan J. Thompson" userId="abd38527-ecfe-449f-bd57-123309a8e21a" providerId="ADAL" clId="{695A6845-D7CB-40F3-B8D3-26BA2ACD0DF8}" dt="2026-02-06T02:21:57.964" v="3190" actId="26606"/>
          <ac:spMkLst>
            <pc:docMk/>
            <pc:sldMk cId="2293494060" sldId="266"/>
            <ac:spMk id="36" creationId="{7A5F0580-5EE9-419F-96EE-B6529EF6E7D0}"/>
          </ac:spMkLst>
        </pc:spChg>
        <pc:spChg chg="add del">
          <ac:chgData name="Evan J. Thompson" userId="abd38527-ecfe-449f-bd57-123309a8e21a" providerId="ADAL" clId="{695A6845-D7CB-40F3-B8D3-26BA2ACD0DF8}" dt="2026-02-06T02:22:00.567" v="3192" actId="26606"/>
          <ac:spMkLst>
            <pc:docMk/>
            <pc:sldMk cId="2293494060" sldId="266"/>
            <ac:spMk id="38" creationId="{B95B9BA8-1D69-4796-85F5-B6D0BD52354B}"/>
          </ac:spMkLst>
        </pc:spChg>
        <pc:spChg chg="add del">
          <ac:chgData name="Evan J. Thompson" userId="abd38527-ecfe-449f-bd57-123309a8e21a" providerId="ADAL" clId="{695A6845-D7CB-40F3-B8D3-26BA2ACD0DF8}" dt="2026-02-06T02:22:03.964" v="3194" actId="26606"/>
          <ac:spMkLst>
            <pc:docMk/>
            <pc:sldMk cId="2293494060" sldId="266"/>
            <ac:spMk id="44" creationId="{94E4D846-3AFC-4F86-8C35-24B0542A269D}"/>
          </ac:spMkLst>
        </pc:spChg>
        <pc:spChg chg="add del">
          <ac:chgData name="Evan J. Thompson" userId="abd38527-ecfe-449f-bd57-123309a8e21a" providerId="ADAL" clId="{695A6845-D7CB-40F3-B8D3-26BA2ACD0DF8}" dt="2026-02-06T02:22:03.964" v="3194" actId="26606"/>
          <ac:spMkLst>
            <pc:docMk/>
            <pc:sldMk cId="2293494060" sldId="266"/>
            <ac:spMk id="45" creationId="{284781B9-12CB-45C3-907A-9ED93FF72C65}"/>
          </ac:spMkLst>
        </pc:spChg>
        <pc:spChg chg="add del">
          <ac:chgData name="Evan J. Thompson" userId="abd38527-ecfe-449f-bd57-123309a8e21a" providerId="ADAL" clId="{695A6845-D7CB-40F3-B8D3-26BA2ACD0DF8}" dt="2026-02-06T02:22:03.964" v="3194" actId="26606"/>
          <ac:spMkLst>
            <pc:docMk/>
            <pc:sldMk cId="2293494060" sldId="266"/>
            <ac:spMk id="46" creationId="{55D4142C-5077-457F-A6AD-3FECFDB39685}"/>
          </ac:spMkLst>
        </pc:spChg>
        <pc:spChg chg="add del">
          <ac:chgData name="Evan J. Thompson" userId="abd38527-ecfe-449f-bd57-123309a8e21a" providerId="ADAL" clId="{695A6845-D7CB-40F3-B8D3-26BA2ACD0DF8}" dt="2026-02-06T02:22:03.964" v="3194" actId="26606"/>
          <ac:spMkLst>
            <pc:docMk/>
            <pc:sldMk cId="2293494060" sldId="266"/>
            <ac:spMk id="47" creationId="{7A5F0580-5EE9-419F-96EE-B6529EF6E7D0}"/>
          </ac:spMkLst>
        </pc:spChg>
        <pc:spChg chg="add del">
          <ac:chgData name="Evan J. Thompson" userId="abd38527-ecfe-449f-bd57-123309a8e21a" providerId="ADAL" clId="{695A6845-D7CB-40F3-B8D3-26BA2ACD0DF8}" dt="2026-02-06T02:22:05.233" v="3196" actId="26606"/>
          <ac:spMkLst>
            <pc:docMk/>
            <pc:sldMk cId="2293494060" sldId="266"/>
            <ac:spMk id="49" creationId="{058A14AF-9FB5-4CC7-BA35-E8E85D3EDF0E}"/>
          </ac:spMkLst>
        </pc:spChg>
        <pc:spChg chg="add del">
          <ac:chgData name="Evan J. Thompson" userId="abd38527-ecfe-449f-bd57-123309a8e21a" providerId="ADAL" clId="{695A6845-D7CB-40F3-B8D3-26BA2ACD0DF8}" dt="2026-02-06T02:22:05.233" v="3196" actId="26606"/>
          <ac:spMkLst>
            <pc:docMk/>
            <pc:sldMk cId="2293494060" sldId="266"/>
            <ac:spMk id="50" creationId="{3A9A4357-BD1D-4622-A4FE-766E6AB8DE84}"/>
          </ac:spMkLst>
        </pc:spChg>
        <pc:spChg chg="add del">
          <ac:chgData name="Evan J. Thompson" userId="abd38527-ecfe-449f-bd57-123309a8e21a" providerId="ADAL" clId="{695A6845-D7CB-40F3-B8D3-26BA2ACD0DF8}" dt="2026-02-06T02:22:05.233" v="3196" actId="26606"/>
          <ac:spMkLst>
            <pc:docMk/>
            <pc:sldMk cId="2293494060" sldId="266"/>
            <ac:spMk id="51" creationId="{E659831F-0D9A-4C63-9EBB-8435B85A440F}"/>
          </ac:spMkLst>
        </pc:spChg>
        <pc:spChg chg="add del">
          <ac:chgData name="Evan J. Thompson" userId="abd38527-ecfe-449f-bd57-123309a8e21a" providerId="ADAL" clId="{695A6845-D7CB-40F3-B8D3-26BA2ACD0DF8}" dt="2026-02-06T02:22:05.233" v="3196" actId="26606"/>
          <ac:spMkLst>
            <pc:docMk/>
            <pc:sldMk cId="2293494060" sldId="266"/>
            <ac:spMk id="52" creationId="{E6995CE5-F890-4ABA-82A2-26507CE8D2A3}"/>
          </ac:spMkLst>
        </pc:spChg>
        <pc:spChg chg="add del">
          <ac:chgData name="Evan J. Thompson" userId="abd38527-ecfe-449f-bd57-123309a8e21a" providerId="ADAL" clId="{695A6845-D7CB-40F3-B8D3-26BA2ACD0DF8}" dt="2026-02-06T02:22:06.602" v="3198" actId="26606"/>
          <ac:spMkLst>
            <pc:docMk/>
            <pc:sldMk cId="2293494060" sldId="266"/>
            <ac:spMk id="54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22:06.602" v="3198" actId="26606"/>
          <ac:spMkLst>
            <pc:docMk/>
            <pc:sldMk cId="2293494060" sldId="266"/>
            <ac:spMk id="55" creationId="{CD8B4F24-440B-49E9-B85D-733523DC064B}"/>
          </ac:spMkLst>
        </pc:spChg>
        <pc:spChg chg="add del">
          <ac:chgData name="Evan J. Thompson" userId="abd38527-ecfe-449f-bd57-123309a8e21a" providerId="ADAL" clId="{695A6845-D7CB-40F3-B8D3-26BA2ACD0DF8}" dt="2026-02-06T02:22:07.382" v="3200" actId="26606"/>
          <ac:spMkLst>
            <pc:docMk/>
            <pc:sldMk cId="2293494060" sldId="266"/>
            <ac:spMk id="57" creationId="{FFB60E8C-7224-44A4-87A0-46A1711DD2ED}"/>
          </ac:spMkLst>
        </pc:spChg>
        <pc:spChg chg="add del">
          <ac:chgData name="Evan J. Thompson" userId="abd38527-ecfe-449f-bd57-123309a8e21a" providerId="ADAL" clId="{695A6845-D7CB-40F3-B8D3-26BA2ACD0DF8}" dt="2026-02-06T02:22:07.382" v="3200" actId="26606"/>
          <ac:spMkLst>
            <pc:docMk/>
            <pc:sldMk cId="2293494060" sldId="266"/>
            <ac:spMk id="58" creationId="{5DA32751-37A2-45C0-BE94-63D375E27003}"/>
          </ac:spMkLst>
        </pc:spChg>
        <pc:spChg chg="add del">
          <ac:chgData name="Evan J. Thompson" userId="abd38527-ecfe-449f-bd57-123309a8e21a" providerId="ADAL" clId="{695A6845-D7CB-40F3-B8D3-26BA2ACD0DF8}" dt="2026-02-06T02:22:07.382" v="3200" actId="26606"/>
          <ac:spMkLst>
            <pc:docMk/>
            <pc:sldMk cId="2293494060" sldId="266"/>
            <ac:spMk id="59" creationId="{E659831F-0D9A-4C63-9EBB-8435B85A440F}"/>
          </ac:spMkLst>
        </pc:spChg>
        <pc:spChg chg="add del">
          <ac:chgData name="Evan J. Thompson" userId="abd38527-ecfe-449f-bd57-123309a8e21a" providerId="ADAL" clId="{695A6845-D7CB-40F3-B8D3-26BA2ACD0DF8}" dt="2026-02-06T02:22:07.382" v="3200" actId="26606"/>
          <ac:spMkLst>
            <pc:docMk/>
            <pc:sldMk cId="2293494060" sldId="266"/>
            <ac:spMk id="60" creationId="{5A55FBCD-CD42-40F5-8A1B-3203F9CAEEAA}"/>
          </ac:spMkLst>
        </pc:spChg>
        <pc:spChg chg="add del">
          <ac:chgData name="Evan J. Thompson" userId="abd38527-ecfe-449f-bd57-123309a8e21a" providerId="ADAL" clId="{695A6845-D7CB-40F3-B8D3-26BA2ACD0DF8}" dt="2026-02-06T02:22:55.240" v="3297" actId="26606"/>
          <ac:spMkLst>
            <pc:docMk/>
            <pc:sldMk cId="2293494060" sldId="266"/>
            <ac:spMk id="62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22:55.240" v="3297" actId="26606"/>
          <ac:spMkLst>
            <pc:docMk/>
            <pc:sldMk cId="2293494060" sldId="266"/>
            <ac:spMk id="63" creationId="{CD8B4F24-440B-49E9-B85D-733523DC064B}"/>
          </ac:spMkLst>
        </pc:spChg>
        <pc:spChg chg="add del">
          <ac:chgData name="Evan J. Thompson" userId="abd38527-ecfe-449f-bd57-123309a8e21a" providerId="ADAL" clId="{695A6845-D7CB-40F3-B8D3-26BA2ACD0DF8}" dt="2026-02-06T02:22:53.195" v="3292" actId="26606"/>
          <ac:spMkLst>
            <pc:docMk/>
            <pc:sldMk cId="2293494060" sldId="266"/>
            <ac:spMk id="68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22:53.195" v="3292" actId="26606"/>
          <ac:spMkLst>
            <pc:docMk/>
            <pc:sldMk cId="2293494060" sldId="266"/>
            <ac:spMk id="70" creationId="{CD8B4F24-440B-49E9-B85D-733523DC064B}"/>
          </ac:spMkLst>
        </pc:spChg>
        <pc:spChg chg="add del">
          <ac:chgData name="Evan J. Thompson" userId="abd38527-ecfe-449f-bd57-123309a8e21a" providerId="ADAL" clId="{695A6845-D7CB-40F3-B8D3-26BA2ACD0DF8}" dt="2026-02-06T02:22:54.319" v="3294" actId="26606"/>
          <ac:spMkLst>
            <pc:docMk/>
            <pc:sldMk cId="2293494060" sldId="266"/>
            <ac:spMk id="72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2:54.319" v="3294" actId="26606"/>
          <ac:spMkLst>
            <pc:docMk/>
            <pc:sldMk cId="2293494060" sldId="266"/>
            <ac:spMk id="73" creationId="{71877DBC-BB60-40F0-AC93-2ACDBAAE60CE}"/>
          </ac:spMkLst>
        </pc:spChg>
        <pc:spChg chg="add del">
          <ac:chgData name="Evan J. Thompson" userId="abd38527-ecfe-449f-bd57-123309a8e21a" providerId="ADAL" clId="{695A6845-D7CB-40F3-B8D3-26BA2ACD0DF8}" dt="2026-02-06T02:22:55.236" v="3296" actId="26606"/>
          <ac:spMkLst>
            <pc:docMk/>
            <pc:sldMk cId="2293494060" sldId="266"/>
            <ac:spMk id="75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22:55.236" v="3296" actId="26606"/>
          <ac:spMkLst>
            <pc:docMk/>
            <pc:sldMk cId="2293494060" sldId="266"/>
            <ac:spMk id="76" creationId="{CD8B4F24-440B-49E9-B85D-733523DC064B}"/>
          </ac:spMkLst>
        </pc:spChg>
        <pc:spChg chg="add del">
          <ac:chgData name="Evan J. Thompson" userId="abd38527-ecfe-449f-bd57-123309a8e21a" providerId="ADAL" clId="{695A6845-D7CB-40F3-B8D3-26BA2ACD0DF8}" dt="2026-02-06T02:23:29.571" v="3367" actId="26606"/>
          <ac:spMkLst>
            <pc:docMk/>
            <pc:sldMk cId="2293494060" sldId="266"/>
            <ac:spMk id="78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3:29.571" v="3367" actId="26606"/>
          <ac:spMkLst>
            <pc:docMk/>
            <pc:sldMk cId="2293494060" sldId="266"/>
            <ac:spMk id="79" creationId="{71877DBC-BB60-40F0-AC93-2ACDBAAE60CE}"/>
          </ac:spMkLst>
        </pc:spChg>
        <pc:spChg chg="add del">
          <ac:chgData name="Evan J. Thompson" userId="abd38527-ecfe-449f-bd57-123309a8e21a" providerId="ADAL" clId="{695A6845-D7CB-40F3-B8D3-26BA2ACD0DF8}" dt="2026-02-06T02:23:25.496" v="3354" actId="26606"/>
          <ac:spMkLst>
            <pc:docMk/>
            <pc:sldMk cId="2293494060" sldId="266"/>
            <ac:spMk id="84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3:25.496" v="3354" actId="26606"/>
          <ac:spMkLst>
            <pc:docMk/>
            <pc:sldMk cId="2293494060" sldId="266"/>
            <ac:spMk id="86" creationId="{71877DBC-BB60-40F0-AC93-2ACDBAAE60CE}"/>
          </ac:spMkLst>
        </pc:spChg>
        <pc:spChg chg="add del">
          <ac:chgData name="Evan J. Thompson" userId="abd38527-ecfe-449f-bd57-123309a8e21a" providerId="ADAL" clId="{695A6845-D7CB-40F3-B8D3-26BA2ACD0DF8}" dt="2026-02-06T02:23:26.118" v="3356" actId="26606"/>
          <ac:spMkLst>
            <pc:docMk/>
            <pc:sldMk cId="2293494060" sldId="266"/>
            <ac:spMk id="88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3:26.118" v="3356" actId="26606"/>
          <ac:spMkLst>
            <pc:docMk/>
            <pc:sldMk cId="2293494060" sldId="266"/>
            <ac:spMk id="89" creationId="{650D18FE-0824-4A46-B22C-A86B52E5780A}"/>
          </ac:spMkLst>
        </pc:spChg>
        <pc:spChg chg="add del">
          <ac:chgData name="Evan J. Thompson" userId="abd38527-ecfe-449f-bd57-123309a8e21a" providerId="ADAL" clId="{695A6845-D7CB-40F3-B8D3-26BA2ACD0DF8}" dt="2026-02-06T02:23:29.267" v="3364" actId="26606"/>
          <ac:spMkLst>
            <pc:docMk/>
            <pc:sldMk cId="2293494060" sldId="266"/>
            <ac:spMk id="90" creationId="{98E79BE4-34FE-485A-98A5-92CE8F7C4743}"/>
          </ac:spMkLst>
        </pc:spChg>
        <pc:spChg chg="add del">
          <ac:chgData name="Evan J. Thompson" userId="abd38527-ecfe-449f-bd57-123309a8e21a" providerId="ADAL" clId="{695A6845-D7CB-40F3-B8D3-26BA2ACD0DF8}" dt="2026-02-06T02:23:26.576" v="3358" actId="26606"/>
          <ac:spMkLst>
            <pc:docMk/>
            <pc:sldMk cId="2293494060" sldId="266"/>
            <ac:spMk id="91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3:26.576" v="3358" actId="26606"/>
          <ac:spMkLst>
            <pc:docMk/>
            <pc:sldMk cId="2293494060" sldId="266"/>
            <ac:spMk id="92" creationId="{71877DBC-BB60-40F0-AC93-2ACDBAAE60CE}"/>
          </ac:spMkLst>
        </pc:spChg>
        <pc:spChg chg="add del">
          <ac:chgData name="Evan J. Thompson" userId="abd38527-ecfe-449f-bd57-123309a8e21a" providerId="ADAL" clId="{695A6845-D7CB-40F3-B8D3-26BA2ACD0DF8}" dt="2026-02-06T02:23:27.155" v="3360" actId="26606"/>
          <ac:spMkLst>
            <pc:docMk/>
            <pc:sldMk cId="2293494060" sldId="266"/>
            <ac:spMk id="94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3:27.155" v="3360" actId="26606"/>
          <ac:spMkLst>
            <pc:docMk/>
            <pc:sldMk cId="2293494060" sldId="266"/>
            <ac:spMk id="95" creationId="{650D18FE-0824-4A46-B22C-A86B52E5780A}"/>
          </ac:spMkLst>
        </pc:spChg>
        <pc:spChg chg="add del">
          <ac:chgData name="Evan J. Thompson" userId="abd38527-ecfe-449f-bd57-123309a8e21a" providerId="ADAL" clId="{695A6845-D7CB-40F3-B8D3-26BA2ACD0DF8}" dt="2026-02-06T02:23:28.434" v="3362" actId="26606"/>
          <ac:spMkLst>
            <pc:docMk/>
            <pc:sldMk cId="2293494060" sldId="266"/>
            <ac:spMk id="97" creationId="{2B97F24A-32CE-4C1C-A50D-3016B394DCFB}"/>
          </ac:spMkLst>
        </pc:spChg>
        <pc:spChg chg="add del">
          <ac:chgData name="Evan J. Thompson" userId="abd38527-ecfe-449f-bd57-123309a8e21a" providerId="ADAL" clId="{695A6845-D7CB-40F3-B8D3-26BA2ACD0DF8}" dt="2026-02-06T02:23:28.434" v="3362" actId="26606"/>
          <ac:spMkLst>
            <pc:docMk/>
            <pc:sldMk cId="2293494060" sldId="266"/>
            <ac:spMk id="98" creationId="{CD8B4F24-440B-49E9-B85D-733523DC064B}"/>
          </ac:spMkLst>
        </pc:spChg>
        <pc:spChg chg="add del">
          <ac:chgData name="Evan J. Thompson" userId="abd38527-ecfe-449f-bd57-123309a8e21a" providerId="ADAL" clId="{695A6845-D7CB-40F3-B8D3-26BA2ACD0DF8}" dt="2026-02-06T02:23:29.267" v="3364" actId="26606"/>
          <ac:spMkLst>
            <pc:docMk/>
            <pc:sldMk cId="2293494060" sldId="266"/>
            <ac:spMk id="100" creationId="{0288C6B4-AFC3-407F-A595-EFFD38D4CCAF}"/>
          </ac:spMkLst>
        </pc:spChg>
        <pc:spChg chg="add del">
          <ac:chgData name="Evan J. Thompson" userId="abd38527-ecfe-449f-bd57-123309a8e21a" providerId="ADAL" clId="{695A6845-D7CB-40F3-B8D3-26BA2ACD0DF8}" dt="2026-02-06T02:23:29.267" v="3364" actId="26606"/>
          <ac:spMkLst>
            <pc:docMk/>
            <pc:sldMk cId="2293494060" sldId="266"/>
            <ac:spMk id="101" creationId="{CF236821-17FE-429B-8D2C-08E13A64EA40}"/>
          </ac:spMkLst>
        </pc:spChg>
        <pc:spChg chg="add del">
          <ac:chgData name="Evan J. Thompson" userId="abd38527-ecfe-449f-bd57-123309a8e21a" providerId="ADAL" clId="{695A6845-D7CB-40F3-B8D3-26BA2ACD0DF8}" dt="2026-02-06T02:23:29.267" v="3364" actId="26606"/>
          <ac:spMkLst>
            <pc:docMk/>
            <pc:sldMk cId="2293494060" sldId="266"/>
            <ac:spMk id="102" creationId="{C0BDBCD2-E081-43AB-9119-C55465E59757}"/>
          </ac:spMkLst>
        </pc:spChg>
        <pc:spChg chg="add del">
          <ac:chgData name="Evan J. Thompson" userId="abd38527-ecfe-449f-bd57-123309a8e21a" providerId="ADAL" clId="{695A6845-D7CB-40F3-B8D3-26BA2ACD0DF8}" dt="2026-02-06T02:23:29.267" v="3364" actId="26606"/>
          <ac:spMkLst>
            <pc:docMk/>
            <pc:sldMk cId="2293494060" sldId="266"/>
            <ac:spMk id="103" creationId="{7A5F0580-5EE9-419F-96EE-B6529EF6E7D0}"/>
          </ac:spMkLst>
        </pc:spChg>
        <pc:spChg chg="add del">
          <ac:chgData name="Evan J. Thompson" userId="abd38527-ecfe-449f-bd57-123309a8e21a" providerId="ADAL" clId="{695A6845-D7CB-40F3-B8D3-26BA2ACD0DF8}" dt="2026-02-06T02:23:29.568" v="3366" actId="26606"/>
          <ac:spMkLst>
            <pc:docMk/>
            <pc:sldMk cId="2293494060" sldId="266"/>
            <ac:spMk id="105" creationId="{743AA782-23D1-4521-8CAD-47662984AA08}"/>
          </ac:spMkLst>
        </pc:spChg>
        <pc:spChg chg="add del">
          <ac:chgData name="Evan J. Thompson" userId="abd38527-ecfe-449f-bd57-123309a8e21a" providerId="ADAL" clId="{695A6845-D7CB-40F3-B8D3-26BA2ACD0DF8}" dt="2026-02-06T02:23:29.568" v="3366" actId="26606"/>
          <ac:spMkLst>
            <pc:docMk/>
            <pc:sldMk cId="2293494060" sldId="266"/>
            <ac:spMk id="106" creationId="{650D18FE-0824-4A46-B22C-A86B52E5780A}"/>
          </ac:spMkLst>
        </pc:spChg>
        <pc:spChg chg="add">
          <ac:chgData name="Evan J. Thompson" userId="abd38527-ecfe-449f-bd57-123309a8e21a" providerId="ADAL" clId="{695A6845-D7CB-40F3-B8D3-26BA2ACD0DF8}" dt="2026-02-06T02:23:29.571" v="3367" actId="26606"/>
          <ac:spMkLst>
            <pc:docMk/>
            <pc:sldMk cId="2293494060" sldId="266"/>
            <ac:spMk id="108" creationId="{743AA782-23D1-4521-8CAD-47662984AA08}"/>
          </ac:spMkLst>
        </pc:spChg>
        <pc:spChg chg="add">
          <ac:chgData name="Evan J. Thompson" userId="abd38527-ecfe-449f-bd57-123309a8e21a" providerId="ADAL" clId="{695A6845-D7CB-40F3-B8D3-26BA2ACD0DF8}" dt="2026-02-06T02:23:29.571" v="3367" actId="26606"/>
          <ac:spMkLst>
            <pc:docMk/>
            <pc:sldMk cId="2293494060" sldId="266"/>
            <ac:spMk id="109" creationId="{71877DBC-BB60-40F0-AC93-2ACDBAAE60CE}"/>
          </ac:spMkLst>
        </pc:spChg>
        <pc:grpChg chg="add del">
          <ac:chgData name="Evan J. Thompson" userId="abd38527-ecfe-449f-bd57-123309a8e21a" providerId="ADAL" clId="{695A6845-D7CB-40F3-B8D3-26BA2ACD0DF8}" dt="2026-02-06T02:22:00.567" v="3192" actId="26606"/>
          <ac:grpSpMkLst>
            <pc:docMk/>
            <pc:sldMk cId="2293494060" sldId="266"/>
            <ac:grpSpMk id="39" creationId="{D44E3F87-3D58-4B03-86B2-15A5C5B9C964}"/>
          </ac:grpSpMkLst>
        </pc:grpChg>
        <pc:picChg chg="add mod ord">
          <ac:chgData name="Evan J. Thompson" userId="abd38527-ecfe-449f-bd57-123309a8e21a" providerId="ADAL" clId="{695A6845-D7CB-40F3-B8D3-26BA2ACD0DF8}" dt="2026-02-06T02:23:29.267" v="3364" actId="26606"/>
          <ac:picMkLst>
            <pc:docMk/>
            <pc:sldMk cId="2293494060" sldId="266"/>
            <ac:picMk id="5" creationId="{36F98D70-639C-62BD-DC18-3F5C78ABDD29}"/>
          </ac:picMkLst>
        </pc:picChg>
      </pc:sldChg>
      <pc:sldChg chg="modSp new mod">
        <pc:chgData name="Evan J. Thompson" userId="abd38527-ecfe-449f-bd57-123309a8e21a" providerId="ADAL" clId="{695A6845-D7CB-40F3-B8D3-26BA2ACD0DF8}" dt="2026-02-06T02:27:47.607" v="3900" actId="20577"/>
        <pc:sldMkLst>
          <pc:docMk/>
          <pc:sldMk cId="61345403" sldId="267"/>
        </pc:sldMkLst>
        <pc:spChg chg="mod">
          <ac:chgData name="Evan J. Thompson" userId="abd38527-ecfe-449f-bd57-123309a8e21a" providerId="ADAL" clId="{695A6845-D7CB-40F3-B8D3-26BA2ACD0DF8}" dt="2026-02-06T02:24:50.053" v="3434" actId="20577"/>
          <ac:spMkLst>
            <pc:docMk/>
            <pc:sldMk cId="61345403" sldId="267"/>
            <ac:spMk id="2" creationId="{BD6F24EC-A242-D53F-B9A3-8636467CE527}"/>
          </ac:spMkLst>
        </pc:spChg>
        <pc:spChg chg="mod">
          <ac:chgData name="Evan J. Thompson" userId="abd38527-ecfe-449f-bd57-123309a8e21a" providerId="ADAL" clId="{695A6845-D7CB-40F3-B8D3-26BA2ACD0DF8}" dt="2026-02-06T02:27:47.607" v="3900" actId="20577"/>
          <ac:spMkLst>
            <pc:docMk/>
            <pc:sldMk cId="61345403" sldId="267"/>
            <ac:spMk id="3" creationId="{A2014CEE-B7F2-AD5B-EFC4-6B316A7A78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B8E-EB19-649A-6410-B46EFB382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E15F73-AD32-ABF4-5C82-EFCEB0BCB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EA4F8-E7CE-962E-38BD-D61236567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429B-28C1-A4C9-29EF-77315B59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A47DA-FBEC-1A45-B81B-9BEE7B82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0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F7E6A-205D-CD0A-1BC0-AD76CEF8D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9FF1C-B462-D5F1-A992-52ADD15A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09E0A-33F7-A0D6-2E48-93130224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2016B-2943-F569-6474-AB8C30349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23EA4-4A6D-9207-9C17-C0EBD46A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ADABA-D898-6F8F-E6F6-60DD10C23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49D615-6A16-4196-5BDE-5DAB34C05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B7DCA-3168-E484-06AD-EB9EB6A0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4FED7-9C68-5C2B-3410-FFB798F11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C4D21-6486-3125-19B4-83F5B360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90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4C17-96C1-5932-85E0-0D5244AD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7E27-282E-8418-B006-1A583E0E4D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0D9537-C5F6-F329-DFEE-EB3C807D4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10314-416A-0E2A-2970-10557C99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5EACF-D97A-3830-8BC8-0BEC4008A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DBA87-36D2-C984-D1B6-8C020667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59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0A18A-790A-C8C4-0E37-4D2AAD51C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5149A-1008-503B-ED71-2288B7C79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4E0F1-0CD3-00D7-58D1-0767E6A74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C3C7C6-7BAB-45E5-945F-BA04E84BFA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57CBA-A59E-49EB-24F6-E30CA8CA3C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E30A3-F7A7-F4F8-FB5E-6D135448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9B75A-ECEC-336C-DF69-4028EC31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56CD8A-8EFE-940E-858C-11D350DA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17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B423F-6747-0F7D-7610-8CCDF1FB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8AD85-1046-D76C-08D4-011833A78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D2AD7-E96D-7012-3772-C7242B12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D0227-F5A4-169D-9971-6B7AC243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4F41EA-4E35-6A56-AC80-B8B42182E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CA82C-4C74-AB5B-3C00-B8B26D5AC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4BEDF-C858-932D-0FF9-4C0DCD09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82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7508-D09F-D4AA-7343-DCFEA4EE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43E11-3FFE-B8C5-310B-3217F6A9B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E61EF-5E50-E50D-1275-2943C9461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7BE2-752E-00A3-01C2-41A118A78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3AA11-38A3-AE3D-D3C4-607B357D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9D864-647D-5208-7517-8977B30C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3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69D3B-A81D-F030-3A7C-8DB4224B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3353-5714-0458-AD0E-AB7279CC6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7D5C-E281-D723-D40C-041C4BACE4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92DAA8-1126-E71D-DD70-35A0940F0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E7FA1-A21A-8688-1F92-7A21C20B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3090A-BDD9-FF39-0329-BA05FB683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3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F1A9-B649-0CB2-1985-01E06A689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C15ED-4994-1CB8-2CFB-CC03FB8C9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E9DA2-6797-5462-FC5B-20DC6BC1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601C-7F7B-F36D-EBC6-1BFDBBD2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62745-513A-1409-166F-D852F09B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34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06A78C-CA3C-2D75-CEF0-4D59F8D52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0FD153-BDCB-9355-83C5-EBD4A5FEB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6B99-0FF2-7B82-CAFD-9DBA45B5C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08567-996C-9E20-30AF-43C4B6DD4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CBA40-8BAD-A3AF-45B3-466A123FB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3F0C1-E45B-9B85-35EA-EC0316952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A9523-7D54-4D8F-80E4-C3B919372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4ECBA-5732-B3CB-6171-D432D7216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85B6B-4BE6-41DA-AEF2-1916AA1536B9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98891-9C90-FE60-60D1-FC5E32B4B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4A23A-5D33-0924-AFC1-B68F14DEF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953A9-2730-4648-A4FD-8F01FC5FFC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2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44247-E49C-F91E-64E1-AB7BB5F5E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9766" y="1146412"/>
            <a:ext cx="9014348" cy="2402006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Cupboardly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57E4-42AC-8EA3-ECB1-15B849096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9765" y="4892722"/>
            <a:ext cx="6387155" cy="1078173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Weekly Report for 2/6/2026</a:t>
            </a:r>
          </a:p>
        </p:txBody>
      </p:sp>
    </p:spTree>
    <p:extLst>
      <p:ext uri="{BB962C8B-B14F-4D97-AF65-F5344CB8AC3E}">
        <p14:creationId xmlns:p14="http://schemas.microsoft.com/office/powerpoint/2010/main" val="2356566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C7C01-FACD-F542-26CC-2EB6F781D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Issues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99834-9C85-1CD4-00BC-55B7EAE92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r>
              <a:rPr lang="en-US" sz="2200" dirty="0"/>
              <a:t>We were getting errors preventing compilation</a:t>
            </a:r>
          </a:p>
          <a:p>
            <a:r>
              <a:rPr lang="en-US" sz="2200" dirty="0"/>
              <a:t>We tried reinstalling latest Java version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D94E55-2F39-4A46-C094-8202D02F8B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36" y="2455505"/>
            <a:ext cx="10917936" cy="363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10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4C24-40A4-FB6B-9825-E3D86FF42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55DDE-50C9-A1AC-255E-A5A95ECDF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using certain plugins in Android Studio for our project</a:t>
            </a:r>
          </a:p>
          <a:p>
            <a:pPr lvl="1"/>
            <a:r>
              <a:rPr lang="en-US" dirty="0"/>
              <a:t>room and KSP</a:t>
            </a:r>
          </a:p>
          <a:p>
            <a:pPr lvl="1"/>
            <a:endParaRPr lang="en-US" dirty="0"/>
          </a:p>
          <a:p>
            <a:r>
              <a:rPr lang="en-US" dirty="0"/>
              <a:t>After ensuring these were updated to the latest version the errors went away</a:t>
            </a:r>
          </a:p>
        </p:txBody>
      </p:sp>
    </p:spTree>
    <p:extLst>
      <p:ext uri="{BB962C8B-B14F-4D97-AF65-F5344CB8AC3E}">
        <p14:creationId xmlns:p14="http://schemas.microsoft.com/office/powerpoint/2010/main" val="3382725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61941-689E-E5FE-C05E-47FAC2544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7173FB-F2EA-440B-9BED-C3BA83DE0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 dirty="0"/>
              <a:t>Issues</a:t>
            </a:r>
          </a:p>
        </p:txBody>
      </p:sp>
      <p:sp>
        <p:nvSpPr>
          <p:cNvPr id="38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87E6C-CA9B-633E-6C51-E193262E6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 dirty="0"/>
              <a:t>We were getting sync errors using GitHub</a:t>
            </a:r>
          </a:p>
          <a:p>
            <a:r>
              <a:rPr lang="en-US" sz="2200" dirty="0"/>
              <a:t>Not all files were being updated properly when trying to use the latest version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24036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BDAC-172D-0665-3020-AE94B0F2E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CDAC7-3AD9-A028-84F4-7ECB15CED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Forcing Android Studio to use the latest project version from GitHub through a terminal command</a:t>
            </a:r>
          </a:p>
          <a:p>
            <a:r>
              <a:rPr lang="en-US" dirty="0"/>
              <a:t>Deleting cached data</a:t>
            </a:r>
          </a:p>
          <a:p>
            <a:r>
              <a:rPr lang="en-US" dirty="0"/>
              <a:t>Restarting Android Studio</a:t>
            </a:r>
          </a:p>
        </p:txBody>
      </p:sp>
    </p:spTree>
    <p:extLst>
      <p:ext uri="{BB962C8B-B14F-4D97-AF65-F5344CB8AC3E}">
        <p14:creationId xmlns:p14="http://schemas.microsoft.com/office/powerpoint/2010/main" val="366061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8F82A1-3AB0-E6A2-7876-9EC65513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400"/>
              <a:t>Issues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B64-4173-712E-F489-8F5DC67EF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US" sz="2200" dirty="0"/>
              <a:t>We thought XML via “views” was the standard for UI development</a:t>
            </a:r>
          </a:p>
          <a:p>
            <a:r>
              <a:rPr lang="en-US" sz="2200" dirty="0"/>
              <a:t>Latest Android Studio versions default to a more modern system called “Compose”</a:t>
            </a:r>
          </a:p>
          <a:p>
            <a:r>
              <a:rPr lang="en-US" sz="2200" dirty="0"/>
              <a:t>We did not realize this until we were going to start making a first draft UI</a:t>
            </a:r>
          </a:p>
          <a:p>
            <a:r>
              <a:rPr lang="en-US" sz="2200" dirty="0"/>
              <a:t>Compose uses a Java-like structure</a:t>
            </a:r>
          </a:p>
          <a:p>
            <a:pPr marL="0" indent="0">
              <a:buNone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FB0807-5438-7DE3-E847-4002C8EC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711231"/>
            <a:ext cx="5458968" cy="54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7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9C7B7-B669-EACF-062F-ECB3A37CB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Progress</a:t>
            </a:r>
          </a:p>
        </p:txBody>
      </p:sp>
      <p:sp>
        <p:nvSpPr>
          <p:cNvPr id="130" name="Content Placeholder 2">
            <a:extLst>
              <a:ext uri="{FF2B5EF4-FFF2-40B4-BE49-F238E27FC236}">
                <a16:creationId xmlns:a16="http://schemas.microsoft.com/office/drawing/2014/main" id="{B79E2972-42E2-0322-0B81-C34873DA7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Our Databases: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used “room” to access SQL in Android</a:t>
            </a:r>
          </a:p>
          <a:p>
            <a:pPr marL="742950" lvl="1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requires 3 files for 1 database to work:</a:t>
            </a:r>
          </a:p>
          <a:p>
            <a:pPr marL="1200150" lvl="2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DAO file</a:t>
            </a:r>
          </a:p>
          <a:p>
            <a:pPr marL="1200150" lvl="2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An Entity file</a:t>
            </a:r>
          </a:p>
          <a:p>
            <a:pPr marL="1200150" lvl="2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Database file</a:t>
            </a:r>
          </a:p>
          <a:p>
            <a:pPr marL="742950" lvl="1">
              <a:spcAft>
                <a:spcPts val="600"/>
              </a:spcAft>
            </a:pPr>
            <a:r>
              <a:rPr lang="en-US" sz="2000" dirty="0"/>
              <a:t>We created two separate databases – an ingredient and a recipe database</a:t>
            </a:r>
          </a:p>
        </p:txBody>
      </p:sp>
    </p:spTree>
    <p:extLst>
      <p:ext uri="{BB962C8B-B14F-4D97-AF65-F5344CB8AC3E}">
        <p14:creationId xmlns:p14="http://schemas.microsoft.com/office/powerpoint/2010/main" val="349841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8E217-3E63-8B2A-EFCF-16669633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About room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9E3AD-C8F7-C6E6-A994-AC33CF032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Entity Files</a:t>
            </a:r>
          </a:p>
          <a:p>
            <a:pPr lvl="1"/>
            <a:r>
              <a:rPr lang="en-US" sz="2000"/>
              <a:t>Describe the data table</a:t>
            </a:r>
          </a:p>
          <a:p>
            <a:pPr lvl="2"/>
            <a:r>
              <a:rPr lang="en-US"/>
              <a:t>Define </a:t>
            </a:r>
            <a:r>
              <a:rPr lang="en-US" dirty="0"/>
              <a:t>fields in the table</a:t>
            </a:r>
          </a:p>
          <a:p>
            <a:pPr lvl="3"/>
            <a:r>
              <a:rPr lang="en-US" sz="2000"/>
              <a:t>example: ingredient name, ingredient quantity, and so on</a:t>
            </a:r>
          </a:p>
          <a:p>
            <a:r>
              <a:rPr lang="en-US" sz="2000"/>
              <a:t>DAO (Data Access Object) Files</a:t>
            </a:r>
          </a:p>
          <a:p>
            <a:pPr lvl="1"/>
            <a:r>
              <a:rPr lang="en-US" sz="2000"/>
              <a:t>Defines access to the table</a:t>
            </a:r>
          </a:p>
          <a:p>
            <a:pPr lvl="2"/>
            <a:r>
              <a:rPr lang="en-US"/>
              <a:t>example</a:t>
            </a:r>
            <a:r>
              <a:rPr lang="en-US" dirty="0"/>
              <a:t>: insert, delete, search functions</a:t>
            </a:r>
          </a:p>
          <a:p>
            <a:r>
              <a:rPr lang="en-US" sz="2000"/>
              <a:t>Database Files</a:t>
            </a:r>
          </a:p>
          <a:p>
            <a:pPr lvl="1"/>
            <a:r>
              <a:rPr lang="en-US" sz="2000"/>
              <a:t>Puts it all together and creates the actual database itself</a:t>
            </a:r>
          </a:p>
          <a:p>
            <a:pPr lvl="1"/>
            <a:endParaRPr lang="en-US" sz="2000"/>
          </a:p>
          <a:p>
            <a:pPr marL="1371600" lvl="3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54550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428AC11-BFDF-42EF-80FF-717BBF9090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08628" y="1408629"/>
            <a:ext cx="6858000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CC56AF6-38E4-490B-8E2B-1A1037B4E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832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339A6F5-AD6A-4D80-8AD9-6290D13AC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513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61000"/>
                </a:srgbClr>
              </a:gs>
              <a:gs pos="95000">
                <a:schemeClr val="accent5"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5B8E95-FAEB-D991-8F8A-83B40C4DB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2945176"/>
            <a:ext cx="2878688" cy="27579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Progress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C6BCE-2B5F-9331-3DD2-E71C126D9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1062507"/>
            <a:ext cx="2708196" cy="109775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</a:rPr>
              <a:t>Working UI demo</a:t>
            </a:r>
            <a:endParaRPr lang="en-US" sz="2000" dirty="0">
              <a:solidFill>
                <a:srgbClr val="FFFFFF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39A523-CAAC-37E4-7EE1-9DA9F6B67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4030" y="736370"/>
            <a:ext cx="2409787" cy="5385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50EE55-488C-5383-8559-25F950A00A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9180" y="736370"/>
            <a:ext cx="2396441" cy="53852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9FD58D-02EF-DA4F-0E50-0DCDB763F78A}"/>
              </a:ext>
            </a:extLst>
          </p:cNvPr>
          <p:cNvSpPr txBox="1"/>
          <p:nvPr/>
        </p:nvSpPr>
        <p:spPr>
          <a:xfrm>
            <a:off x="5303520" y="279132"/>
            <a:ext cx="2409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Ingredients Screen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6DF8C3-D73E-08CB-7766-0032E856500A}"/>
              </a:ext>
            </a:extLst>
          </p:cNvPr>
          <p:cNvSpPr txBox="1"/>
          <p:nvPr/>
        </p:nvSpPr>
        <p:spPr>
          <a:xfrm>
            <a:off x="8976082" y="279132"/>
            <a:ext cx="2409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Recipes Screen</a:t>
            </a:r>
          </a:p>
        </p:txBody>
      </p:sp>
    </p:spTree>
    <p:extLst>
      <p:ext uri="{BB962C8B-B14F-4D97-AF65-F5344CB8AC3E}">
        <p14:creationId xmlns:p14="http://schemas.microsoft.com/office/powerpoint/2010/main" val="131601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8" name="Rectangle 10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DF17DA-1C16-4639-5A75-142F974C4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Gantt Chart Accuracy</a:t>
            </a:r>
            <a:endParaRPr lang="en-US" sz="5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E46F1-FA1A-A333-E750-D064C043B787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took longer to define the databases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But we already have them connected to UI elements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need more time to get familiar with the IDE and Kotlin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are on track for most other tasks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did not realize how closely UI is integrated with the rest of the development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We are constantly needing to be aware of the UI systems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F98D70-639C-62BD-DC18-3F5C78ABD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048" y="2159790"/>
            <a:ext cx="5458968" cy="253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94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F24EC-A242-D53F-B9A3-8636467CE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14CEE-B7F2-AD5B-EFC4-6B316A7A7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plan to:</a:t>
            </a:r>
          </a:p>
          <a:p>
            <a:pPr lvl="1"/>
            <a:r>
              <a:rPr lang="en-US" dirty="0"/>
              <a:t>Add more parameters to the databases (quantity, price, and so on)</a:t>
            </a:r>
          </a:p>
          <a:p>
            <a:pPr lvl="2"/>
            <a:r>
              <a:rPr lang="en-US" dirty="0"/>
              <a:t>Currently, we only have “name”</a:t>
            </a:r>
          </a:p>
          <a:p>
            <a:pPr lvl="1"/>
            <a:r>
              <a:rPr lang="en-US" dirty="0"/>
              <a:t>Have the user be able to enter those details about a recipe or ingredient</a:t>
            </a:r>
          </a:p>
          <a:p>
            <a:pPr lvl="2"/>
            <a:r>
              <a:rPr lang="en-US" dirty="0"/>
              <a:t>Currently, we are only using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6134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369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Cupboardly</vt:lpstr>
      <vt:lpstr>Issues</vt:lpstr>
      <vt:lpstr>Solution</vt:lpstr>
      <vt:lpstr>Issues</vt:lpstr>
      <vt:lpstr>Solution</vt:lpstr>
      <vt:lpstr>Issues</vt:lpstr>
      <vt:lpstr>Progress</vt:lpstr>
      <vt:lpstr>About room files</vt:lpstr>
      <vt:lpstr>Progress</vt:lpstr>
      <vt:lpstr>Gantt Chart Accuracy</vt:lpstr>
      <vt:lpstr>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J. Thompson</dc:creator>
  <cp:lastModifiedBy>Evan J. Thompson</cp:lastModifiedBy>
  <cp:revision>2</cp:revision>
  <dcterms:created xsi:type="dcterms:W3CDTF">2026-01-29T21:40:52Z</dcterms:created>
  <dcterms:modified xsi:type="dcterms:W3CDTF">2026-02-06T03:26:36Z</dcterms:modified>
</cp:coreProperties>
</file>